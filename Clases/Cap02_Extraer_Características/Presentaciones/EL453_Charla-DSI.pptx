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D4D4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D4D4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D4D4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699759"/>
            <a:ext cx="1508115" cy="7314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D4D4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699759"/>
            <a:ext cx="1508115" cy="7314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33160" y="3345180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027" y="1321308"/>
            <a:ext cx="7505700" cy="2514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1805" y="1843405"/>
            <a:ext cx="4431213" cy="8352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0692" y="100660"/>
            <a:ext cx="812261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D4D4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7264" y="1372869"/>
            <a:ext cx="4606290" cy="4498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3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21" Type="http://schemas.openxmlformats.org/officeDocument/2006/relationships/image" Target="../media/image65.png"/><Relationship Id="rId34" Type="http://schemas.openxmlformats.org/officeDocument/2006/relationships/image" Target="../media/image78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31" Type="http://schemas.openxmlformats.org/officeDocument/2006/relationships/image" Target="../media/image75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8" Type="http://schemas.openxmlformats.org/officeDocument/2006/relationships/image" Target="../media/image52.png"/><Relationship Id="rId3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jpg"/><Relationship Id="rId18" Type="http://schemas.openxmlformats.org/officeDocument/2006/relationships/image" Target="../media/image99.jpg"/><Relationship Id="rId26" Type="http://schemas.openxmlformats.org/officeDocument/2006/relationships/image" Target="../media/image107.jpg"/><Relationship Id="rId3" Type="http://schemas.openxmlformats.org/officeDocument/2006/relationships/image" Target="../media/image84.png"/><Relationship Id="rId21" Type="http://schemas.openxmlformats.org/officeDocument/2006/relationships/image" Target="../media/image102.jpg"/><Relationship Id="rId34" Type="http://schemas.openxmlformats.org/officeDocument/2006/relationships/image" Target="../media/image115.png"/><Relationship Id="rId7" Type="http://schemas.openxmlformats.org/officeDocument/2006/relationships/image" Target="../media/image88.png"/><Relationship Id="rId12" Type="http://schemas.openxmlformats.org/officeDocument/2006/relationships/image" Target="../media/image93.jpg"/><Relationship Id="rId17" Type="http://schemas.openxmlformats.org/officeDocument/2006/relationships/image" Target="../media/image98.jpg"/><Relationship Id="rId25" Type="http://schemas.openxmlformats.org/officeDocument/2006/relationships/image" Target="../media/image106.png"/><Relationship Id="rId33" Type="http://schemas.openxmlformats.org/officeDocument/2006/relationships/image" Target="../media/image114.png"/><Relationship Id="rId2" Type="http://schemas.openxmlformats.org/officeDocument/2006/relationships/image" Target="../media/image83.png"/><Relationship Id="rId16" Type="http://schemas.openxmlformats.org/officeDocument/2006/relationships/image" Target="../media/image97.jpg"/><Relationship Id="rId20" Type="http://schemas.openxmlformats.org/officeDocument/2006/relationships/image" Target="../media/image101.png"/><Relationship Id="rId29" Type="http://schemas.openxmlformats.org/officeDocument/2006/relationships/image" Target="../media/image1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jpg"/><Relationship Id="rId24" Type="http://schemas.openxmlformats.org/officeDocument/2006/relationships/image" Target="../media/image105.jpg"/><Relationship Id="rId32" Type="http://schemas.openxmlformats.org/officeDocument/2006/relationships/image" Target="../media/image113.png"/><Relationship Id="rId5" Type="http://schemas.openxmlformats.org/officeDocument/2006/relationships/image" Target="../media/image86.png"/><Relationship Id="rId15" Type="http://schemas.openxmlformats.org/officeDocument/2006/relationships/image" Target="../media/image96.jpg"/><Relationship Id="rId23" Type="http://schemas.openxmlformats.org/officeDocument/2006/relationships/image" Target="../media/image104.jpg"/><Relationship Id="rId28" Type="http://schemas.openxmlformats.org/officeDocument/2006/relationships/image" Target="../media/image109.jp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31" Type="http://schemas.openxmlformats.org/officeDocument/2006/relationships/image" Target="../media/image112.jp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jpg"/><Relationship Id="rId22" Type="http://schemas.openxmlformats.org/officeDocument/2006/relationships/image" Target="../media/image103.jpg"/><Relationship Id="rId27" Type="http://schemas.openxmlformats.org/officeDocument/2006/relationships/image" Target="../media/image108.jpg"/><Relationship Id="rId30" Type="http://schemas.openxmlformats.org/officeDocument/2006/relationships/image" Target="../media/image111.jpg"/><Relationship Id="rId8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26" Type="http://schemas.openxmlformats.org/officeDocument/2006/relationships/image" Target="../media/image98.jpg"/><Relationship Id="rId3" Type="http://schemas.openxmlformats.org/officeDocument/2006/relationships/image" Target="../media/image117.png"/><Relationship Id="rId21" Type="http://schemas.openxmlformats.org/officeDocument/2006/relationships/image" Target="../media/image135.jpg"/><Relationship Id="rId34" Type="http://schemas.openxmlformats.org/officeDocument/2006/relationships/image" Target="../media/image144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jpg"/><Relationship Id="rId25" Type="http://schemas.openxmlformats.org/officeDocument/2006/relationships/image" Target="../media/image94.jpg"/><Relationship Id="rId33" Type="http://schemas.openxmlformats.org/officeDocument/2006/relationships/image" Target="../media/image143.png"/><Relationship Id="rId2" Type="http://schemas.openxmlformats.org/officeDocument/2006/relationships/image" Target="../media/image116.png"/><Relationship Id="rId16" Type="http://schemas.openxmlformats.org/officeDocument/2006/relationships/image" Target="../media/image130.jpg"/><Relationship Id="rId20" Type="http://schemas.openxmlformats.org/officeDocument/2006/relationships/image" Target="../media/image134.jpg"/><Relationship Id="rId29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24" Type="http://schemas.openxmlformats.org/officeDocument/2006/relationships/image" Target="../media/image138.jpg"/><Relationship Id="rId32" Type="http://schemas.openxmlformats.org/officeDocument/2006/relationships/image" Target="../media/image87.png"/><Relationship Id="rId5" Type="http://schemas.openxmlformats.org/officeDocument/2006/relationships/image" Target="../media/image119.png"/><Relationship Id="rId15" Type="http://schemas.openxmlformats.org/officeDocument/2006/relationships/image" Target="../media/image129.jpg"/><Relationship Id="rId23" Type="http://schemas.openxmlformats.org/officeDocument/2006/relationships/image" Target="../media/image137.jpg"/><Relationship Id="rId28" Type="http://schemas.openxmlformats.org/officeDocument/2006/relationships/image" Target="../media/image83.png"/><Relationship Id="rId10" Type="http://schemas.openxmlformats.org/officeDocument/2006/relationships/image" Target="../media/image124.png"/><Relationship Id="rId19" Type="http://schemas.openxmlformats.org/officeDocument/2006/relationships/image" Target="../media/image133.jpg"/><Relationship Id="rId31" Type="http://schemas.openxmlformats.org/officeDocument/2006/relationships/image" Target="../media/image142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jpg"/><Relationship Id="rId27" Type="http://schemas.openxmlformats.org/officeDocument/2006/relationships/image" Target="../media/image139.jpg"/><Relationship Id="rId30" Type="http://schemas.openxmlformats.org/officeDocument/2006/relationships/image" Target="../media/image141.png"/><Relationship Id="rId8" Type="http://schemas.openxmlformats.org/officeDocument/2006/relationships/image" Target="../media/image1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146.png"/><Relationship Id="rId21" Type="http://schemas.openxmlformats.org/officeDocument/2006/relationships/image" Target="../media/image162.png"/><Relationship Id="rId7" Type="http://schemas.openxmlformats.org/officeDocument/2006/relationships/image" Target="../media/image83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5" Type="http://schemas.openxmlformats.org/officeDocument/2006/relationships/image" Target="../media/image166.png"/><Relationship Id="rId2" Type="http://schemas.openxmlformats.org/officeDocument/2006/relationships/image" Target="../media/image145.png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2.png"/><Relationship Id="rId24" Type="http://schemas.openxmlformats.org/officeDocument/2006/relationships/image" Target="../media/image165.png"/><Relationship Id="rId5" Type="http://schemas.openxmlformats.org/officeDocument/2006/relationships/image" Target="../media/image148.png"/><Relationship Id="rId15" Type="http://schemas.openxmlformats.org/officeDocument/2006/relationships/image" Target="../media/image156.png"/><Relationship Id="rId23" Type="http://schemas.openxmlformats.org/officeDocument/2006/relationships/image" Target="../media/image164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47.png"/><Relationship Id="rId9" Type="http://schemas.openxmlformats.org/officeDocument/2006/relationships/image" Target="../media/image87.png"/><Relationship Id="rId14" Type="http://schemas.openxmlformats.org/officeDocument/2006/relationships/image" Target="../media/image155.png"/><Relationship Id="rId22" Type="http://schemas.openxmlformats.org/officeDocument/2006/relationships/image" Target="../media/image1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8.jpg"/><Relationship Id="rId7" Type="http://schemas.openxmlformats.org/officeDocument/2006/relationships/image" Target="../media/image172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6.png"/><Relationship Id="rId18" Type="http://schemas.openxmlformats.org/officeDocument/2006/relationships/image" Target="../media/image200.png"/><Relationship Id="rId26" Type="http://schemas.openxmlformats.org/officeDocument/2006/relationships/image" Target="../media/image208.png"/><Relationship Id="rId39" Type="http://schemas.openxmlformats.org/officeDocument/2006/relationships/image" Target="../media/image220.jpg"/><Relationship Id="rId21" Type="http://schemas.openxmlformats.org/officeDocument/2006/relationships/image" Target="../media/image203.png"/><Relationship Id="rId34" Type="http://schemas.openxmlformats.org/officeDocument/2006/relationships/image" Target="../media/image215.png"/><Relationship Id="rId7" Type="http://schemas.openxmlformats.org/officeDocument/2006/relationships/image" Target="../media/image190.png"/><Relationship Id="rId2" Type="http://schemas.openxmlformats.org/officeDocument/2006/relationships/image" Target="../media/image185.png"/><Relationship Id="rId16" Type="http://schemas.openxmlformats.org/officeDocument/2006/relationships/image" Target="../media/image142.png"/><Relationship Id="rId20" Type="http://schemas.openxmlformats.org/officeDocument/2006/relationships/image" Target="../media/image202.png"/><Relationship Id="rId29" Type="http://schemas.openxmlformats.org/officeDocument/2006/relationships/image" Target="../media/image211.png"/><Relationship Id="rId41" Type="http://schemas.openxmlformats.org/officeDocument/2006/relationships/image" Target="../media/image16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24" Type="http://schemas.openxmlformats.org/officeDocument/2006/relationships/image" Target="../media/image206.png"/><Relationship Id="rId32" Type="http://schemas.openxmlformats.org/officeDocument/2006/relationships/image" Target="../media/image213.png"/><Relationship Id="rId37" Type="http://schemas.openxmlformats.org/officeDocument/2006/relationships/image" Target="../media/image218.png"/><Relationship Id="rId40" Type="http://schemas.openxmlformats.org/officeDocument/2006/relationships/image" Target="../media/image174.png"/><Relationship Id="rId5" Type="http://schemas.openxmlformats.org/officeDocument/2006/relationships/image" Target="../media/image188.png"/><Relationship Id="rId15" Type="http://schemas.openxmlformats.org/officeDocument/2006/relationships/image" Target="../media/image198.png"/><Relationship Id="rId23" Type="http://schemas.openxmlformats.org/officeDocument/2006/relationships/image" Target="../media/image205.png"/><Relationship Id="rId28" Type="http://schemas.openxmlformats.org/officeDocument/2006/relationships/image" Target="../media/image210.png"/><Relationship Id="rId36" Type="http://schemas.openxmlformats.org/officeDocument/2006/relationships/image" Target="../media/image217.png"/><Relationship Id="rId10" Type="http://schemas.openxmlformats.org/officeDocument/2006/relationships/image" Target="../media/image193.png"/><Relationship Id="rId19" Type="http://schemas.openxmlformats.org/officeDocument/2006/relationships/image" Target="../media/image201.png"/><Relationship Id="rId31" Type="http://schemas.openxmlformats.org/officeDocument/2006/relationships/image" Target="../media/image212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Relationship Id="rId22" Type="http://schemas.openxmlformats.org/officeDocument/2006/relationships/image" Target="../media/image204.png"/><Relationship Id="rId27" Type="http://schemas.openxmlformats.org/officeDocument/2006/relationships/image" Target="../media/image209.png"/><Relationship Id="rId30" Type="http://schemas.openxmlformats.org/officeDocument/2006/relationships/image" Target="../media/image139.jpg"/><Relationship Id="rId35" Type="http://schemas.openxmlformats.org/officeDocument/2006/relationships/image" Target="../media/image216.png"/><Relationship Id="rId8" Type="http://schemas.openxmlformats.org/officeDocument/2006/relationships/image" Target="../media/image191.png"/><Relationship Id="rId3" Type="http://schemas.openxmlformats.org/officeDocument/2006/relationships/image" Target="../media/image186.png"/><Relationship Id="rId12" Type="http://schemas.openxmlformats.org/officeDocument/2006/relationships/image" Target="../media/image195.png"/><Relationship Id="rId17" Type="http://schemas.openxmlformats.org/officeDocument/2006/relationships/image" Target="../media/image199.png"/><Relationship Id="rId25" Type="http://schemas.openxmlformats.org/officeDocument/2006/relationships/image" Target="../media/image207.png"/><Relationship Id="rId33" Type="http://schemas.openxmlformats.org/officeDocument/2006/relationships/image" Target="../media/image214.jpg"/><Relationship Id="rId38" Type="http://schemas.openxmlformats.org/officeDocument/2006/relationships/image" Target="../media/image2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jp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41.png"/><Relationship Id="rId3" Type="http://schemas.openxmlformats.org/officeDocument/2006/relationships/image" Target="../media/image231.jpg"/><Relationship Id="rId7" Type="http://schemas.openxmlformats.org/officeDocument/2006/relationships/image" Target="../media/image235.jpg"/><Relationship Id="rId12" Type="http://schemas.openxmlformats.org/officeDocument/2006/relationships/image" Target="../media/image240.png"/><Relationship Id="rId2" Type="http://schemas.openxmlformats.org/officeDocument/2006/relationships/image" Target="../media/image2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jpg"/><Relationship Id="rId11" Type="http://schemas.openxmlformats.org/officeDocument/2006/relationships/image" Target="../media/image239.png"/><Relationship Id="rId5" Type="http://schemas.openxmlformats.org/officeDocument/2006/relationships/image" Target="../media/image233.jpg"/><Relationship Id="rId10" Type="http://schemas.openxmlformats.org/officeDocument/2006/relationships/image" Target="../media/image238.png"/><Relationship Id="rId4" Type="http://schemas.openxmlformats.org/officeDocument/2006/relationships/image" Target="../media/image232.jpg"/><Relationship Id="rId9" Type="http://schemas.openxmlformats.org/officeDocument/2006/relationships/image" Target="../media/image2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jpg"/><Relationship Id="rId3" Type="http://schemas.openxmlformats.org/officeDocument/2006/relationships/image" Target="../media/image243.png"/><Relationship Id="rId7" Type="http://schemas.openxmlformats.org/officeDocument/2006/relationships/image" Target="../media/image246.jpg"/><Relationship Id="rId2" Type="http://schemas.openxmlformats.org/officeDocument/2006/relationships/image" Target="../media/image242.jpg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\\localhost\C:\Users\jc_be\Desktop\Charla\demo.mp4" TargetMode="External"/><Relationship Id="rId11" Type="http://schemas.openxmlformats.org/officeDocument/2006/relationships/image" Target="../media/image250.jpg"/><Relationship Id="rId5" Type="http://schemas.openxmlformats.org/officeDocument/2006/relationships/image" Target="../media/image245.png"/><Relationship Id="rId10" Type="http://schemas.openxmlformats.org/officeDocument/2006/relationships/image" Target="../media/image249.jpg"/><Relationship Id="rId4" Type="http://schemas.openxmlformats.org/officeDocument/2006/relationships/image" Target="../media/image244.png"/><Relationship Id="rId9" Type="http://schemas.openxmlformats.org/officeDocument/2006/relationships/image" Target="../media/image24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nretrospectives.com/" TargetMode="External"/><Relationship Id="rId2" Type="http://schemas.openxmlformats.org/officeDocument/2006/relationships/hyperlink" Target="https://retromat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5" Type="http://schemas.openxmlformats.org/officeDocument/2006/relationships/image" Target="../media/image252.jpg"/><Relationship Id="rId4" Type="http://schemas.openxmlformats.org/officeDocument/2006/relationships/image" Target="../media/image25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nkedin.com/in/josecbermejo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0"/>
                </a:lnTo>
                <a:lnTo>
                  <a:pt x="0" y="3512820"/>
                </a:lnTo>
                <a:lnTo>
                  <a:pt x="2910840" y="0"/>
                </a:lnTo>
                <a:close/>
              </a:path>
            </a:pathLst>
          </a:custGeom>
          <a:solidFill>
            <a:srgbClr val="3CA7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699759"/>
            <a:ext cx="1508115" cy="7314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09724" y="1815981"/>
            <a:ext cx="6214110" cy="192786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 marR="5080" indent="-1270" algn="ctr">
              <a:lnSpc>
                <a:spcPts val="4610"/>
              </a:lnSpc>
              <a:spcBef>
                <a:spcPts val="1210"/>
              </a:spcBef>
            </a:pPr>
            <a:r>
              <a:rPr sz="4800" spc="-110" dirty="0"/>
              <a:t>Cómo</a:t>
            </a:r>
            <a:r>
              <a:rPr sz="4800" spc="-254" dirty="0"/>
              <a:t> </a:t>
            </a:r>
            <a:r>
              <a:rPr sz="4800" spc="-185" dirty="0"/>
              <a:t>definir</a:t>
            </a:r>
            <a:r>
              <a:rPr sz="4800" spc="-245" dirty="0"/>
              <a:t> </a:t>
            </a:r>
            <a:r>
              <a:rPr sz="4800" spc="-335" dirty="0"/>
              <a:t>y </a:t>
            </a:r>
            <a:r>
              <a:rPr sz="4800" spc="-229" dirty="0"/>
              <a:t>ejecutar</a:t>
            </a:r>
            <a:r>
              <a:rPr sz="4800" spc="-235" dirty="0"/>
              <a:t> </a:t>
            </a:r>
            <a:r>
              <a:rPr sz="4800" spc="-25" dirty="0"/>
              <a:t>tu </a:t>
            </a:r>
            <a:r>
              <a:rPr sz="4800" spc="-204" dirty="0"/>
              <a:t>estrategia</a:t>
            </a:r>
            <a:r>
              <a:rPr sz="4800" spc="-254" dirty="0"/>
              <a:t> </a:t>
            </a:r>
            <a:r>
              <a:rPr sz="4800" spc="-80" dirty="0"/>
              <a:t>de</a:t>
            </a:r>
            <a:r>
              <a:rPr sz="4800" spc="-270" dirty="0"/>
              <a:t> </a:t>
            </a:r>
            <a:r>
              <a:rPr sz="4800" spc="-155" dirty="0"/>
              <a:t>datos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2686293" y="5562417"/>
            <a:ext cx="3940175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s-CO" sz="1600" b="1" spc="-65" dirty="0">
                <a:solidFill>
                  <a:srgbClr val="4D4D4D"/>
                </a:solidFill>
                <a:latin typeface="Verdana"/>
                <a:cs typeface="Verdana"/>
              </a:rPr>
              <a:t>Filminas facilitadas por </a:t>
            </a:r>
            <a:r>
              <a:rPr sz="1600" b="1" spc="-65" dirty="0">
                <a:solidFill>
                  <a:srgbClr val="4D4D4D"/>
                </a:solidFill>
                <a:latin typeface="Verdana"/>
                <a:cs typeface="Verdana"/>
              </a:rPr>
              <a:t>Jose</a:t>
            </a:r>
            <a:r>
              <a:rPr sz="1600" b="1" spc="-7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b="1" spc="-85" dirty="0">
                <a:solidFill>
                  <a:srgbClr val="4D4D4D"/>
                </a:solidFill>
                <a:latin typeface="Verdana"/>
                <a:cs typeface="Verdana"/>
              </a:rPr>
              <a:t>Carlos</a:t>
            </a:r>
            <a:r>
              <a:rPr sz="1600" b="1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4D4D4D"/>
                </a:solidFill>
                <a:latin typeface="Verdana"/>
                <a:cs typeface="Verdana"/>
              </a:rPr>
              <a:t>Bermejo</a:t>
            </a:r>
            <a:endParaRPr sz="16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solidFill>
                  <a:srgbClr val="4D4D4D"/>
                </a:solidFill>
                <a:latin typeface="Verdana"/>
                <a:cs typeface="Verdana"/>
              </a:rPr>
              <a:t>Head</a:t>
            </a:r>
            <a:r>
              <a:rPr sz="1600" spc="-6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D4D4D"/>
                </a:solidFill>
                <a:latin typeface="Verdana"/>
                <a:cs typeface="Verdana"/>
              </a:rPr>
              <a:t>of</a:t>
            </a:r>
            <a:r>
              <a:rPr sz="1600" spc="-9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4D4D4D"/>
                </a:solidFill>
                <a:latin typeface="Verdana"/>
                <a:cs typeface="Verdana"/>
              </a:rPr>
              <a:t>data</a:t>
            </a:r>
            <a:r>
              <a:rPr sz="16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4D4D4D"/>
                </a:solidFill>
                <a:latin typeface="Verdana"/>
                <a:cs typeface="Verdana"/>
              </a:rPr>
              <a:t>&amp;</a:t>
            </a:r>
            <a:r>
              <a:rPr sz="1600" spc="-8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D4D4D"/>
                </a:solidFill>
                <a:latin typeface="Verdana"/>
                <a:cs typeface="Verdana"/>
              </a:rPr>
              <a:t>Analytics</a:t>
            </a:r>
            <a:r>
              <a:rPr sz="1600" spc="-6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4D4D4D"/>
                </a:solidFill>
                <a:latin typeface="Verdana"/>
                <a:cs typeface="Verdana"/>
              </a:rPr>
              <a:t>en</a:t>
            </a:r>
            <a:r>
              <a:rPr sz="1600" spc="-8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D4D4D"/>
                </a:solidFill>
                <a:latin typeface="Verdana"/>
                <a:cs typeface="Verdana"/>
              </a:rPr>
              <a:t>Air</a:t>
            </a:r>
            <a:r>
              <a:rPr sz="1600" spc="-1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D4D4D"/>
                </a:solidFill>
                <a:latin typeface="Verdana"/>
                <a:cs typeface="Verdana"/>
              </a:rPr>
              <a:t>Europa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82D2E1-2241-19BB-5C90-562D34FD5E4A}"/>
              </a:ext>
            </a:extLst>
          </p:cNvPr>
          <p:cNvSpPr txBox="1"/>
          <p:nvPr/>
        </p:nvSpPr>
        <p:spPr>
          <a:xfrm>
            <a:off x="3814969" y="1328475"/>
            <a:ext cx="3187412" cy="487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813" b="1" dirty="0">
                <a:latin typeface="Trebuchet MS" charset="0"/>
              </a:rPr>
              <a:t>Minería de datos y Patrones</a:t>
            </a:r>
          </a:p>
          <a:p>
            <a:pPr defTabSz="345465"/>
            <a:r>
              <a:rPr lang="en-US" sz="755" dirty="0">
                <a:latin typeface="Gill Sans MT" panose="020B0502020104020203" pitchFamily="34" charset="77"/>
              </a:rPr>
              <a:t>    </a:t>
            </a:r>
          </a:p>
        </p:txBody>
      </p:sp>
      <p:pic>
        <p:nvPicPr>
          <p:cNvPr id="8" name="Google Shape;30;p1">
            <a:extLst>
              <a:ext uri="{FF2B5EF4-FFF2-40B4-BE49-F238E27FC236}">
                <a16:creationId xmlns:a16="http://schemas.microsoft.com/office/drawing/2014/main" id="{BA4226F7-0060-D376-7284-289EE59D5A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8" y="221642"/>
            <a:ext cx="3187412" cy="9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4EF978-5ACC-7CF7-C71E-3C1E56E93CD0}"/>
              </a:ext>
            </a:extLst>
          </p:cNvPr>
          <p:cNvSpPr txBox="1"/>
          <p:nvPr/>
        </p:nvSpPr>
        <p:spPr>
          <a:xfrm>
            <a:off x="807382" y="4062576"/>
            <a:ext cx="31550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5465"/>
            <a:r>
              <a:rPr lang="en-US" sz="1600" dirty="0">
                <a:latin typeface="Gill Sans MT" panose="020B0502020104020203" pitchFamily="34" charset="77"/>
              </a:rPr>
              <a:t>Dr. José Ramón Iglesias</a:t>
            </a:r>
          </a:p>
          <a:p>
            <a:pPr defTabSz="345465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345465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345465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345465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  <a:endParaRPr lang="en-US" sz="280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595" y="5699759"/>
            <a:ext cx="1508115" cy="7314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7381" y="1799082"/>
            <a:ext cx="35788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54965" algn="l"/>
              </a:tabLst>
            </a:pP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La</a:t>
            </a:r>
            <a:r>
              <a:rPr sz="18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importancia</a:t>
            </a:r>
            <a:r>
              <a:rPr sz="18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de</a:t>
            </a:r>
            <a:r>
              <a:rPr sz="18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D4D4D"/>
                </a:solidFill>
                <a:latin typeface="Verdana"/>
                <a:cs typeface="Verdana"/>
              </a:rPr>
              <a:t>los</a:t>
            </a:r>
            <a:r>
              <a:rPr sz="18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D4D4D"/>
                </a:solidFill>
                <a:latin typeface="Verdana"/>
                <a:cs typeface="Verdana"/>
              </a:rPr>
              <a:t>datos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Times New Roman"/>
              <a:buChar char="●"/>
              <a:tabLst>
                <a:tab pos="354965" algn="l"/>
              </a:tabLst>
            </a:pP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Organizaciones</a:t>
            </a:r>
            <a:r>
              <a:rPr sz="1800" spc="-2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Data</a:t>
            </a:r>
            <a:r>
              <a:rPr sz="1800" spc="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D4D4D"/>
                </a:solidFill>
                <a:latin typeface="Verdana"/>
                <a:cs typeface="Verdana"/>
              </a:rPr>
              <a:t>Driven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Times New Roman"/>
              <a:buChar char="●"/>
              <a:tabLst>
                <a:tab pos="354965" algn="l"/>
              </a:tabLst>
            </a:pP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Definición</a:t>
            </a:r>
            <a:r>
              <a:rPr sz="1800" spc="7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D4D4D"/>
                </a:solidFill>
                <a:latin typeface="Verdana"/>
                <a:cs typeface="Verdana"/>
              </a:rPr>
              <a:t>estratégica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Times New Roman"/>
              <a:buChar char="●"/>
              <a:tabLst>
                <a:tab pos="354965" algn="l"/>
              </a:tabLst>
            </a:pP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Ejecución</a:t>
            </a:r>
            <a:r>
              <a:rPr sz="1800" spc="-10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4D4D4D"/>
                </a:solidFill>
                <a:latin typeface="Verdana"/>
                <a:cs typeface="Verdana"/>
              </a:rPr>
              <a:t>de</a:t>
            </a:r>
            <a:r>
              <a:rPr sz="1800" spc="-9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D4D4D"/>
                </a:solidFill>
                <a:latin typeface="Verdana"/>
                <a:cs typeface="Verdana"/>
              </a:rPr>
              <a:t>la</a:t>
            </a:r>
            <a:r>
              <a:rPr sz="1800" spc="-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D4D4D"/>
                </a:solidFill>
                <a:latin typeface="Verdana"/>
                <a:cs typeface="Verdana"/>
              </a:rPr>
              <a:t>estrategia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Times New Roman"/>
              <a:buChar char="●"/>
              <a:tabLst>
                <a:tab pos="354965" algn="l"/>
              </a:tabLst>
            </a:pP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Ciclos</a:t>
            </a:r>
            <a:r>
              <a:rPr sz="1800" spc="-10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D4D4D"/>
                </a:solidFill>
                <a:latin typeface="Verdana"/>
                <a:cs typeface="Verdana"/>
              </a:rPr>
              <a:t>de</a:t>
            </a:r>
            <a:r>
              <a:rPr sz="1800" spc="-10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D4D4D"/>
                </a:solidFill>
                <a:latin typeface="Verdana"/>
                <a:cs typeface="Verdana"/>
              </a:rPr>
              <a:t>evolución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Times New Roman"/>
              <a:buChar char="●"/>
              <a:tabLst>
                <a:tab pos="354965" algn="l"/>
              </a:tabLst>
            </a:pPr>
            <a:r>
              <a:rPr sz="1800" spc="-10" dirty="0">
                <a:solidFill>
                  <a:srgbClr val="4D4D4D"/>
                </a:solidFill>
                <a:latin typeface="Verdana"/>
                <a:cs typeface="Verdana"/>
              </a:rPr>
              <a:t>Conclusiones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83081" y="757809"/>
            <a:ext cx="1503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Índice</a:t>
            </a:r>
          </a:p>
        </p:txBody>
      </p:sp>
      <p:sp>
        <p:nvSpPr>
          <p:cNvPr id="5" name="object 5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485" y="2551887"/>
            <a:ext cx="5177155" cy="1014094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917700" marR="5080" indent="-1905635">
              <a:lnSpc>
                <a:spcPts val="3460"/>
              </a:lnSpc>
              <a:spcBef>
                <a:spcPts val="935"/>
              </a:spcBef>
            </a:pPr>
            <a:r>
              <a:rPr spc="-170" dirty="0"/>
              <a:t>La</a:t>
            </a:r>
            <a:r>
              <a:rPr spc="-195" dirty="0"/>
              <a:t> </a:t>
            </a:r>
            <a:r>
              <a:rPr spc="-125" dirty="0"/>
              <a:t>importancia</a:t>
            </a:r>
            <a:r>
              <a:rPr spc="-175" dirty="0"/>
              <a:t> </a:t>
            </a:r>
            <a:r>
              <a:rPr spc="-60" dirty="0"/>
              <a:t>de</a:t>
            </a:r>
            <a:r>
              <a:rPr spc="-195" dirty="0"/>
              <a:t> </a:t>
            </a:r>
            <a:r>
              <a:rPr spc="-120" dirty="0"/>
              <a:t>los </a:t>
            </a:r>
            <a:r>
              <a:rPr spc="-10" dirty="0"/>
              <a:t>datos</a:t>
            </a:r>
          </a:p>
        </p:txBody>
      </p:sp>
      <p:sp>
        <p:nvSpPr>
          <p:cNvPr id="3" name="object 3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142" y="100660"/>
            <a:ext cx="664908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La</a:t>
            </a:r>
            <a:r>
              <a:rPr spc="-195" dirty="0"/>
              <a:t> </a:t>
            </a:r>
            <a:r>
              <a:rPr spc="-125" dirty="0"/>
              <a:t>importancia</a:t>
            </a:r>
            <a:r>
              <a:rPr spc="-170" dirty="0"/>
              <a:t> </a:t>
            </a:r>
            <a:r>
              <a:rPr spc="-60" dirty="0"/>
              <a:t>de</a:t>
            </a:r>
            <a:r>
              <a:rPr spc="-190" dirty="0"/>
              <a:t> </a:t>
            </a:r>
            <a:r>
              <a:rPr spc="-185" dirty="0"/>
              <a:t>los</a:t>
            </a:r>
            <a:r>
              <a:rPr spc="-180" dirty="0"/>
              <a:t> </a:t>
            </a:r>
            <a:r>
              <a:rPr spc="-7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7089" y="872997"/>
            <a:ext cx="34785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Los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datos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muy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importantes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423" y="1324183"/>
            <a:ext cx="3632835" cy="183959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665480">
              <a:lnSpc>
                <a:spcPct val="100000"/>
              </a:lnSpc>
              <a:spcBef>
                <a:spcPts val="520"/>
              </a:spcBef>
            </a:pPr>
            <a:r>
              <a:rPr sz="1600" b="1" dirty="0">
                <a:latin typeface="Arial"/>
                <a:cs typeface="Arial"/>
              </a:rPr>
              <a:t>Datos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para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Operar</a:t>
            </a: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420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resultado</a:t>
            </a:r>
            <a:r>
              <a:rPr sz="16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nuestras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acciones</a:t>
            </a:r>
            <a:endParaRPr sz="1600">
              <a:latin typeface="Arial MT"/>
              <a:cs typeface="Arial MT"/>
            </a:endParaRPr>
          </a:p>
          <a:p>
            <a:pPr marL="299085" marR="264795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Contabilizar,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reportar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comunicar sistemas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Propósito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transaccional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Fuentes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departamentales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Escasa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integración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3847" y="1270254"/>
            <a:ext cx="3573779" cy="194754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944"/>
              </a:spcBef>
            </a:pPr>
            <a:r>
              <a:rPr sz="1600" b="1" dirty="0">
                <a:latin typeface="Arial"/>
                <a:cs typeface="Arial"/>
              </a:rPr>
              <a:t>Datos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para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Decidir</a:t>
            </a: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844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origen</a:t>
            </a:r>
            <a:r>
              <a:rPr sz="16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nuestras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decisiones</a:t>
            </a:r>
            <a:endParaRPr sz="16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Entender,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crear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nuevos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datos </a:t>
            </a:r>
            <a:r>
              <a:rPr sz="1600" dirty="0">
                <a:latin typeface="Arial MT"/>
                <a:cs typeface="Arial MT"/>
              </a:rPr>
              <a:t>(predicciones),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recomendar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Propósito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analítico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Fuentes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corporativas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externos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6933" y="1391792"/>
            <a:ext cx="297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VS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2962" y="3575336"/>
            <a:ext cx="2370759" cy="17669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16982" y="5531916"/>
            <a:ext cx="280606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El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mas</a:t>
            </a:r>
            <a:r>
              <a:rPr sz="1600" spc="-10" dirty="0">
                <a:latin typeface="Arial MT"/>
                <a:cs typeface="Arial MT"/>
              </a:rPr>
              <a:t> valioso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El</a:t>
            </a:r>
            <a:r>
              <a:rPr sz="16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dato</a:t>
            </a:r>
            <a:r>
              <a:rPr sz="16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un</a:t>
            </a:r>
            <a:r>
              <a:rPr sz="16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activo</a:t>
            </a:r>
            <a:endParaRPr sz="16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Se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gestionar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 crear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estrategias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765" y="3483486"/>
            <a:ext cx="2470292" cy="1835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0422" y="100660"/>
            <a:ext cx="67443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Organizaciones</a:t>
            </a:r>
            <a:r>
              <a:rPr spc="-125" dirty="0"/>
              <a:t> </a:t>
            </a:r>
            <a:r>
              <a:rPr spc="-120" dirty="0"/>
              <a:t>Data</a:t>
            </a:r>
            <a:r>
              <a:rPr spc="-145" dirty="0"/>
              <a:t> </a:t>
            </a:r>
            <a:r>
              <a:rPr spc="-90" dirty="0"/>
              <a:t>Driven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7941" y="883588"/>
            <a:ext cx="216371" cy="2163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2802" y="4023105"/>
            <a:ext cx="3342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Disponen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estrategia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datos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802" y="4266946"/>
            <a:ext cx="30441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Datos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adecuados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Bien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organizados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accesibles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spc="-10" dirty="0">
                <a:latin typeface="Arial MT"/>
                <a:cs typeface="Arial MT"/>
              </a:rPr>
              <a:t>Gobernados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903" y="4048361"/>
            <a:ext cx="220831" cy="15602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86606" y="1260322"/>
            <a:ext cx="7247255" cy="2161540"/>
            <a:chOff x="1086606" y="1260322"/>
            <a:chExt cx="7247255" cy="21615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606" y="1260322"/>
              <a:ext cx="7246631" cy="216108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668" y="1508759"/>
              <a:ext cx="6940296" cy="17282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712" y="1278635"/>
              <a:ext cx="7174992" cy="20894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24712" y="1278635"/>
              <a:ext cx="7175500" cy="2089785"/>
            </a:xfrm>
            <a:custGeom>
              <a:avLst/>
              <a:gdLst/>
              <a:ahLst/>
              <a:cxnLst/>
              <a:rect l="l" t="t" r="r" b="b"/>
              <a:pathLst>
                <a:path w="7175500" h="2089785">
                  <a:moveTo>
                    <a:pt x="0" y="348234"/>
                  </a:moveTo>
                  <a:lnTo>
                    <a:pt x="3179" y="300990"/>
                  </a:lnTo>
                  <a:lnTo>
                    <a:pt x="12442" y="255675"/>
                  </a:lnTo>
                  <a:lnTo>
                    <a:pt x="27372" y="212705"/>
                  </a:lnTo>
                  <a:lnTo>
                    <a:pt x="47554" y="172494"/>
                  </a:lnTo>
                  <a:lnTo>
                    <a:pt x="72573" y="135458"/>
                  </a:lnTo>
                  <a:lnTo>
                    <a:pt x="102012" y="102012"/>
                  </a:lnTo>
                  <a:lnTo>
                    <a:pt x="135458" y="72573"/>
                  </a:lnTo>
                  <a:lnTo>
                    <a:pt x="172494" y="47554"/>
                  </a:lnTo>
                  <a:lnTo>
                    <a:pt x="212705" y="27372"/>
                  </a:lnTo>
                  <a:lnTo>
                    <a:pt x="255675" y="12442"/>
                  </a:lnTo>
                  <a:lnTo>
                    <a:pt x="300990" y="3179"/>
                  </a:lnTo>
                  <a:lnTo>
                    <a:pt x="348234" y="0"/>
                  </a:lnTo>
                  <a:lnTo>
                    <a:pt x="6826758" y="0"/>
                  </a:lnTo>
                  <a:lnTo>
                    <a:pt x="6874001" y="3179"/>
                  </a:lnTo>
                  <a:lnTo>
                    <a:pt x="6919316" y="12442"/>
                  </a:lnTo>
                  <a:lnTo>
                    <a:pt x="6962286" y="27372"/>
                  </a:lnTo>
                  <a:lnTo>
                    <a:pt x="7002497" y="47554"/>
                  </a:lnTo>
                  <a:lnTo>
                    <a:pt x="7039533" y="72573"/>
                  </a:lnTo>
                  <a:lnTo>
                    <a:pt x="7072979" y="102012"/>
                  </a:lnTo>
                  <a:lnTo>
                    <a:pt x="7102418" y="135458"/>
                  </a:lnTo>
                  <a:lnTo>
                    <a:pt x="7127437" y="172494"/>
                  </a:lnTo>
                  <a:lnTo>
                    <a:pt x="7147619" y="212705"/>
                  </a:lnTo>
                  <a:lnTo>
                    <a:pt x="7162549" y="255675"/>
                  </a:lnTo>
                  <a:lnTo>
                    <a:pt x="7171812" y="300990"/>
                  </a:lnTo>
                  <a:lnTo>
                    <a:pt x="7174992" y="348234"/>
                  </a:lnTo>
                  <a:lnTo>
                    <a:pt x="7174992" y="1741169"/>
                  </a:lnTo>
                  <a:lnTo>
                    <a:pt x="7171812" y="1788413"/>
                  </a:lnTo>
                  <a:lnTo>
                    <a:pt x="7162549" y="1833728"/>
                  </a:lnTo>
                  <a:lnTo>
                    <a:pt x="7147619" y="1876698"/>
                  </a:lnTo>
                  <a:lnTo>
                    <a:pt x="7127437" y="1916909"/>
                  </a:lnTo>
                  <a:lnTo>
                    <a:pt x="7102418" y="1953945"/>
                  </a:lnTo>
                  <a:lnTo>
                    <a:pt x="7072979" y="1987391"/>
                  </a:lnTo>
                  <a:lnTo>
                    <a:pt x="7039533" y="2016830"/>
                  </a:lnTo>
                  <a:lnTo>
                    <a:pt x="7002497" y="2041849"/>
                  </a:lnTo>
                  <a:lnTo>
                    <a:pt x="6962286" y="2062031"/>
                  </a:lnTo>
                  <a:lnTo>
                    <a:pt x="6919316" y="2076961"/>
                  </a:lnTo>
                  <a:lnTo>
                    <a:pt x="6874001" y="2086224"/>
                  </a:lnTo>
                  <a:lnTo>
                    <a:pt x="6826758" y="2089403"/>
                  </a:lnTo>
                  <a:lnTo>
                    <a:pt x="348234" y="2089403"/>
                  </a:lnTo>
                  <a:lnTo>
                    <a:pt x="300990" y="2086224"/>
                  </a:lnTo>
                  <a:lnTo>
                    <a:pt x="255675" y="2076961"/>
                  </a:lnTo>
                  <a:lnTo>
                    <a:pt x="212705" y="2062031"/>
                  </a:lnTo>
                  <a:lnTo>
                    <a:pt x="172494" y="2041849"/>
                  </a:lnTo>
                  <a:lnTo>
                    <a:pt x="135458" y="2016830"/>
                  </a:lnTo>
                  <a:lnTo>
                    <a:pt x="102012" y="1987391"/>
                  </a:lnTo>
                  <a:lnTo>
                    <a:pt x="72573" y="1953945"/>
                  </a:lnTo>
                  <a:lnTo>
                    <a:pt x="47554" y="1916909"/>
                  </a:lnTo>
                  <a:lnTo>
                    <a:pt x="27372" y="1876698"/>
                  </a:lnTo>
                  <a:lnTo>
                    <a:pt x="12442" y="1833728"/>
                  </a:lnTo>
                  <a:lnTo>
                    <a:pt x="3179" y="1788413"/>
                  </a:lnTo>
                  <a:lnTo>
                    <a:pt x="0" y="1741169"/>
                  </a:lnTo>
                  <a:lnTo>
                    <a:pt x="0" y="348234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06194" y="850773"/>
            <a:ext cx="6592570" cy="220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545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Las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decisiones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están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basadas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datos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Arial MT"/>
              <a:cs typeface="Arial MT"/>
            </a:endParaRPr>
          </a:p>
          <a:p>
            <a:pPr marL="12700" marR="126364">
              <a:lnSpc>
                <a:spcPct val="100000"/>
              </a:lnSpc>
              <a:spcBef>
                <a:spcPts val="5"/>
              </a:spcBef>
            </a:pPr>
            <a:r>
              <a:rPr sz="1600" i="1" dirty="0">
                <a:latin typeface="Calibri"/>
                <a:cs typeface="Calibri"/>
              </a:rPr>
              <a:t>En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una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organización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Data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Driven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cualquier</a:t>
            </a:r>
            <a:r>
              <a:rPr sz="16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usuario</a:t>
            </a:r>
            <a:r>
              <a:rPr sz="16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y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en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cualquier</a:t>
            </a:r>
            <a:r>
              <a:rPr sz="16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momento</a:t>
            </a:r>
            <a:r>
              <a:rPr sz="16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FF0000"/>
                </a:solidFill>
                <a:latin typeface="Calibri"/>
                <a:cs typeface="Calibri"/>
              </a:rPr>
              <a:t>o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lugar</a:t>
            </a:r>
            <a:r>
              <a:rPr sz="16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tiene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autonomía</a:t>
            </a:r>
            <a:r>
              <a:rPr sz="16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para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encontrar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respuestas</a:t>
            </a:r>
            <a:r>
              <a:rPr sz="16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preguntas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concretas, </a:t>
            </a:r>
            <a:r>
              <a:rPr sz="1600" i="1" dirty="0">
                <a:latin typeface="Calibri"/>
                <a:cs typeface="Calibri"/>
              </a:rPr>
              <a:t>respuestas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que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han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estar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basadas en</a:t>
            </a:r>
            <a:r>
              <a:rPr sz="1600" i="1" spc="-90" dirty="0"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0000"/>
                </a:solidFill>
                <a:latin typeface="Calibri"/>
                <a:cs typeface="Calibri"/>
              </a:rPr>
              <a:t>información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contrastada</a:t>
            </a:r>
            <a:r>
              <a:rPr sz="1600" b="1" i="1" dirty="0">
                <a:latin typeface="Calibri"/>
                <a:cs typeface="Calibri"/>
              </a:rPr>
              <a:t>,</a:t>
            </a:r>
            <a:r>
              <a:rPr sz="1600" b="1" i="1" spc="3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que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son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completas</a:t>
            </a:r>
            <a:r>
              <a:rPr sz="1600" b="1" i="1" dirty="0">
                <a:latin typeface="Calibri"/>
                <a:cs typeface="Calibri"/>
              </a:rPr>
              <a:t>,</a:t>
            </a:r>
            <a:r>
              <a:rPr sz="1600" b="1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que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son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servidas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forma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ágil</a:t>
            </a:r>
            <a:r>
              <a:rPr sz="16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y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que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puede </a:t>
            </a:r>
            <a:r>
              <a:rPr sz="1600" i="1" dirty="0">
                <a:latin typeface="Calibri"/>
                <a:cs typeface="Calibri"/>
              </a:rPr>
              <a:t>utilizar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en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los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procesos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toma</a:t>
            </a:r>
            <a:r>
              <a:rPr sz="16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decisiones</a:t>
            </a:r>
            <a:r>
              <a:rPr sz="1600" i="1" dirty="0">
                <a:latin typeface="Calibri"/>
                <a:cs typeface="Calibri"/>
              </a:rPr>
              <a:t>.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Y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todo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esto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una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i="1" dirty="0">
                <a:latin typeface="Calibri"/>
                <a:cs typeface="Calibri"/>
              </a:rPr>
              <a:t>forma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0000"/>
                </a:solidFill>
                <a:latin typeface="Calibri"/>
                <a:cs typeface="Calibri"/>
              </a:rPr>
              <a:t>gobernada</a:t>
            </a:r>
            <a:r>
              <a:rPr sz="1600" i="1" dirty="0">
                <a:latin typeface="Calibri"/>
                <a:cs typeface="Calibri"/>
              </a:rPr>
              <a:t>,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asegurando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un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acceso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seguro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la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información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4770" y="4023105"/>
            <a:ext cx="3117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Fomentan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cultura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empresarial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44770" y="4266946"/>
            <a:ext cx="2571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Democratizar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Datos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Democratizar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Analítica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35243" y="4078841"/>
            <a:ext cx="220831" cy="156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1857" y="2551887"/>
            <a:ext cx="5320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Definición</a:t>
            </a:r>
            <a:r>
              <a:rPr spc="-135" dirty="0"/>
              <a:t> </a:t>
            </a:r>
            <a:r>
              <a:rPr spc="-114" dirty="0"/>
              <a:t>estratégica</a:t>
            </a:r>
          </a:p>
        </p:txBody>
      </p:sp>
      <p:sp>
        <p:nvSpPr>
          <p:cNvPr id="3" name="object 3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782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Liderazgo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3880" y="1032763"/>
            <a:ext cx="647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CDO,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Head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CTO,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Manager,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Governance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Manager,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etc.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2146" y="1702295"/>
            <a:ext cx="1915795" cy="835660"/>
            <a:chOff x="582146" y="1702295"/>
            <a:chExt cx="1915795" cy="8356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146" y="1750930"/>
              <a:ext cx="1915711" cy="667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148" y="1702295"/>
              <a:ext cx="1470659" cy="8351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268" y="1769364"/>
              <a:ext cx="1844039" cy="5958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0268" y="1769364"/>
              <a:ext cx="1844039" cy="596265"/>
            </a:xfrm>
            <a:custGeom>
              <a:avLst/>
              <a:gdLst/>
              <a:ahLst/>
              <a:cxnLst/>
              <a:rect l="l" t="t" r="r" b="b"/>
              <a:pathLst>
                <a:path w="1844039" h="596264">
                  <a:moveTo>
                    <a:pt x="0" y="99313"/>
                  </a:moveTo>
                  <a:lnTo>
                    <a:pt x="7804" y="60650"/>
                  </a:lnTo>
                  <a:lnTo>
                    <a:pt x="29087" y="29083"/>
                  </a:lnTo>
                  <a:lnTo>
                    <a:pt x="60655" y="7802"/>
                  </a:lnTo>
                  <a:lnTo>
                    <a:pt x="99313" y="0"/>
                  </a:lnTo>
                  <a:lnTo>
                    <a:pt x="1744726" y="0"/>
                  </a:lnTo>
                  <a:lnTo>
                    <a:pt x="1783389" y="7802"/>
                  </a:lnTo>
                  <a:lnTo>
                    <a:pt x="1814957" y="29083"/>
                  </a:lnTo>
                  <a:lnTo>
                    <a:pt x="1836237" y="60650"/>
                  </a:lnTo>
                  <a:lnTo>
                    <a:pt x="1844039" y="99313"/>
                  </a:lnTo>
                  <a:lnTo>
                    <a:pt x="1844039" y="496570"/>
                  </a:lnTo>
                  <a:lnTo>
                    <a:pt x="1836237" y="535233"/>
                  </a:lnTo>
                  <a:lnTo>
                    <a:pt x="1814957" y="566801"/>
                  </a:lnTo>
                  <a:lnTo>
                    <a:pt x="1783389" y="588081"/>
                  </a:lnTo>
                  <a:lnTo>
                    <a:pt x="1744726" y="595884"/>
                  </a:lnTo>
                  <a:lnTo>
                    <a:pt x="99313" y="595884"/>
                  </a:lnTo>
                  <a:lnTo>
                    <a:pt x="60655" y="588081"/>
                  </a:lnTo>
                  <a:lnTo>
                    <a:pt x="29087" y="566801"/>
                  </a:lnTo>
                  <a:lnTo>
                    <a:pt x="7804" y="535233"/>
                  </a:lnTo>
                  <a:lnTo>
                    <a:pt x="0" y="496570"/>
                  </a:lnTo>
                  <a:lnTo>
                    <a:pt x="0" y="99313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4766" y="1774393"/>
            <a:ext cx="2164715" cy="136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2255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Visión</a:t>
            </a:r>
            <a:endParaRPr sz="1800">
              <a:latin typeface="Arial MT"/>
              <a:cs typeface="Arial MT"/>
            </a:endParaRPr>
          </a:p>
          <a:p>
            <a:pPr marR="26225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estratégica</a:t>
            </a:r>
            <a:endParaRPr sz="18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150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Guiar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10" dirty="0">
                <a:latin typeface="Arial MT"/>
                <a:cs typeface="Arial MT"/>
              </a:rPr>
              <a:t> camino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Analizar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necesidades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Definir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estrategia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64202" y="1702295"/>
            <a:ext cx="1915795" cy="835660"/>
            <a:chOff x="6364202" y="1702295"/>
            <a:chExt cx="1915795" cy="8356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4202" y="1750930"/>
              <a:ext cx="1915711" cy="66777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8920" y="1702295"/>
              <a:ext cx="1510283" cy="8351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2324" y="1769364"/>
              <a:ext cx="1844040" cy="5958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402324" y="1769364"/>
              <a:ext cx="1844039" cy="596265"/>
            </a:xfrm>
            <a:custGeom>
              <a:avLst/>
              <a:gdLst/>
              <a:ahLst/>
              <a:cxnLst/>
              <a:rect l="l" t="t" r="r" b="b"/>
              <a:pathLst>
                <a:path w="1844040" h="596264">
                  <a:moveTo>
                    <a:pt x="0" y="99313"/>
                  </a:moveTo>
                  <a:lnTo>
                    <a:pt x="7802" y="60650"/>
                  </a:lnTo>
                  <a:lnTo>
                    <a:pt x="29083" y="29083"/>
                  </a:lnTo>
                  <a:lnTo>
                    <a:pt x="60650" y="7802"/>
                  </a:lnTo>
                  <a:lnTo>
                    <a:pt x="99313" y="0"/>
                  </a:lnTo>
                  <a:lnTo>
                    <a:pt x="1744726" y="0"/>
                  </a:lnTo>
                  <a:lnTo>
                    <a:pt x="1783389" y="7802"/>
                  </a:lnTo>
                  <a:lnTo>
                    <a:pt x="1814957" y="29083"/>
                  </a:lnTo>
                  <a:lnTo>
                    <a:pt x="1836237" y="60650"/>
                  </a:lnTo>
                  <a:lnTo>
                    <a:pt x="1844040" y="99313"/>
                  </a:lnTo>
                  <a:lnTo>
                    <a:pt x="1844040" y="496570"/>
                  </a:lnTo>
                  <a:lnTo>
                    <a:pt x="1836237" y="535233"/>
                  </a:lnTo>
                  <a:lnTo>
                    <a:pt x="1814957" y="566801"/>
                  </a:lnTo>
                  <a:lnTo>
                    <a:pt x="1783389" y="588081"/>
                  </a:lnTo>
                  <a:lnTo>
                    <a:pt x="1744726" y="595884"/>
                  </a:lnTo>
                  <a:lnTo>
                    <a:pt x="99313" y="595884"/>
                  </a:lnTo>
                  <a:lnTo>
                    <a:pt x="60650" y="588081"/>
                  </a:lnTo>
                  <a:lnTo>
                    <a:pt x="29083" y="566801"/>
                  </a:lnTo>
                  <a:lnTo>
                    <a:pt x="7802" y="535233"/>
                  </a:lnTo>
                  <a:lnTo>
                    <a:pt x="0" y="496570"/>
                  </a:lnTo>
                  <a:lnTo>
                    <a:pt x="0" y="99313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01561" y="1774393"/>
            <a:ext cx="2141855" cy="157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8575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Agente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del</a:t>
            </a:r>
            <a:endParaRPr sz="1800">
              <a:latin typeface="Arial MT"/>
              <a:cs typeface="Arial MT"/>
            </a:endParaRPr>
          </a:p>
          <a:p>
            <a:pPr marR="28511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cambio</a:t>
            </a:r>
            <a:endParaRPr sz="18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150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Conseguir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apoyos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Vencer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resistencias</a:t>
            </a:r>
            <a:endParaRPr sz="1400">
              <a:latin typeface="Arial MT"/>
              <a:cs typeface="Arial MT"/>
            </a:endParaRPr>
          </a:p>
          <a:p>
            <a:pPr marL="183515" marR="508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184785" algn="l"/>
              </a:tabLst>
            </a:pPr>
            <a:r>
              <a:rPr sz="1400" dirty="0">
                <a:latin typeface="Arial MT"/>
                <a:cs typeface="Arial MT"/>
              </a:rPr>
              <a:t>Capacidad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demostrar 	valor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2146" y="3793110"/>
            <a:ext cx="1915795" cy="669290"/>
            <a:chOff x="582146" y="3793110"/>
            <a:chExt cx="1915795" cy="66929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146" y="3793110"/>
              <a:ext cx="1915711" cy="66926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80" y="3881615"/>
              <a:ext cx="1798320" cy="5608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268" y="3811524"/>
              <a:ext cx="1844039" cy="5974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20268" y="3811524"/>
              <a:ext cx="1844039" cy="597535"/>
            </a:xfrm>
            <a:custGeom>
              <a:avLst/>
              <a:gdLst/>
              <a:ahLst/>
              <a:cxnLst/>
              <a:rect l="l" t="t" r="r" b="b"/>
              <a:pathLst>
                <a:path w="1844039" h="597535">
                  <a:moveTo>
                    <a:pt x="0" y="99568"/>
                  </a:moveTo>
                  <a:lnTo>
                    <a:pt x="7824" y="60811"/>
                  </a:lnTo>
                  <a:lnTo>
                    <a:pt x="29162" y="29162"/>
                  </a:lnTo>
                  <a:lnTo>
                    <a:pt x="60811" y="7824"/>
                  </a:lnTo>
                  <a:lnTo>
                    <a:pt x="99567" y="0"/>
                  </a:lnTo>
                  <a:lnTo>
                    <a:pt x="1744471" y="0"/>
                  </a:lnTo>
                  <a:lnTo>
                    <a:pt x="1783228" y="7824"/>
                  </a:lnTo>
                  <a:lnTo>
                    <a:pt x="1814877" y="29162"/>
                  </a:lnTo>
                  <a:lnTo>
                    <a:pt x="1836215" y="60811"/>
                  </a:lnTo>
                  <a:lnTo>
                    <a:pt x="1844039" y="99568"/>
                  </a:lnTo>
                  <a:lnTo>
                    <a:pt x="1844039" y="497839"/>
                  </a:lnTo>
                  <a:lnTo>
                    <a:pt x="1836215" y="536596"/>
                  </a:lnTo>
                  <a:lnTo>
                    <a:pt x="1814877" y="568245"/>
                  </a:lnTo>
                  <a:lnTo>
                    <a:pt x="1783228" y="589583"/>
                  </a:lnTo>
                  <a:lnTo>
                    <a:pt x="1744471" y="597407"/>
                  </a:lnTo>
                  <a:lnTo>
                    <a:pt x="99567" y="597407"/>
                  </a:lnTo>
                  <a:lnTo>
                    <a:pt x="60811" y="589583"/>
                  </a:lnTo>
                  <a:lnTo>
                    <a:pt x="29162" y="568245"/>
                  </a:lnTo>
                  <a:lnTo>
                    <a:pt x="7824" y="536596"/>
                  </a:lnTo>
                  <a:lnTo>
                    <a:pt x="0" y="497839"/>
                  </a:lnTo>
                  <a:lnTo>
                    <a:pt x="0" y="99568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07516" y="3955542"/>
            <a:ext cx="146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Comunicación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07642" y="3794634"/>
            <a:ext cx="1915795" cy="669290"/>
            <a:chOff x="3407642" y="3794634"/>
            <a:chExt cx="1915795" cy="66929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7642" y="3794634"/>
              <a:ext cx="1915711" cy="66926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1963" y="3883139"/>
              <a:ext cx="1685543" cy="5608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45763" y="3813047"/>
              <a:ext cx="1844039" cy="59740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45763" y="3813047"/>
              <a:ext cx="1844039" cy="597535"/>
            </a:xfrm>
            <a:custGeom>
              <a:avLst/>
              <a:gdLst/>
              <a:ahLst/>
              <a:cxnLst/>
              <a:rect l="l" t="t" r="r" b="b"/>
              <a:pathLst>
                <a:path w="1844039" h="597535">
                  <a:moveTo>
                    <a:pt x="0" y="99568"/>
                  </a:moveTo>
                  <a:lnTo>
                    <a:pt x="7824" y="60811"/>
                  </a:lnTo>
                  <a:lnTo>
                    <a:pt x="29162" y="29162"/>
                  </a:lnTo>
                  <a:lnTo>
                    <a:pt x="60811" y="7824"/>
                  </a:lnTo>
                  <a:lnTo>
                    <a:pt x="99568" y="0"/>
                  </a:lnTo>
                  <a:lnTo>
                    <a:pt x="1744472" y="0"/>
                  </a:lnTo>
                  <a:lnTo>
                    <a:pt x="1783228" y="7824"/>
                  </a:lnTo>
                  <a:lnTo>
                    <a:pt x="1814877" y="29162"/>
                  </a:lnTo>
                  <a:lnTo>
                    <a:pt x="1836215" y="60811"/>
                  </a:lnTo>
                  <a:lnTo>
                    <a:pt x="1844039" y="99568"/>
                  </a:lnTo>
                  <a:lnTo>
                    <a:pt x="1844039" y="497839"/>
                  </a:lnTo>
                  <a:lnTo>
                    <a:pt x="1836215" y="536596"/>
                  </a:lnTo>
                  <a:lnTo>
                    <a:pt x="1814877" y="568245"/>
                  </a:lnTo>
                  <a:lnTo>
                    <a:pt x="1783228" y="589583"/>
                  </a:lnTo>
                  <a:lnTo>
                    <a:pt x="1744472" y="597407"/>
                  </a:lnTo>
                  <a:lnTo>
                    <a:pt x="99568" y="597407"/>
                  </a:lnTo>
                  <a:lnTo>
                    <a:pt x="60811" y="589583"/>
                  </a:lnTo>
                  <a:lnTo>
                    <a:pt x="29162" y="568245"/>
                  </a:lnTo>
                  <a:lnTo>
                    <a:pt x="7824" y="536596"/>
                  </a:lnTo>
                  <a:lnTo>
                    <a:pt x="0" y="497839"/>
                  </a:lnTo>
                  <a:lnTo>
                    <a:pt x="0" y="99568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89984" y="3956684"/>
            <a:ext cx="135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Management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64202" y="3744455"/>
            <a:ext cx="1915795" cy="835660"/>
            <a:chOff x="6364202" y="3744455"/>
            <a:chExt cx="1915795" cy="83566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4202" y="3793110"/>
              <a:ext cx="1915711" cy="66926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99860" y="3744455"/>
              <a:ext cx="1645919" cy="83516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02324" y="3811523"/>
              <a:ext cx="1844040" cy="59740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02324" y="3811523"/>
              <a:ext cx="1844039" cy="597535"/>
            </a:xfrm>
            <a:custGeom>
              <a:avLst/>
              <a:gdLst/>
              <a:ahLst/>
              <a:cxnLst/>
              <a:rect l="l" t="t" r="r" b="b"/>
              <a:pathLst>
                <a:path w="1844040" h="597535">
                  <a:moveTo>
                    <a:pt x="0" y="99568"/>
                  </a:moveTo>
                  <a:lnTo>
                    <a:pt x="7824" y="60811"/>
                  </a:lnTo>
                  <a:lnTo>
                    <a:pt x="29162" y="29162"/>
                  </a:lnTo>
                  <a:lnTo>
                    <a:pt x="60811" y="7824"/>
                  </a:lnTo>
                  <a:lnTo>
                    <a:pt x="99567" y="0"/>
                  </a:lnTo>
                  <a:lnTo>
                    <a:pt x="1744472" y="0"/>
                  </a:lnTo>
                  <a:lnTo>
                    <a:pt x="1783228" y="7824"/>
                  </a:lnTo>
                  <a:lnTo>
                    <a:pt x="1814877" y="29162"/>
                  </a:lnTo>
                  <a:lnTo>
                    <a:pt x="1836215" y="60811"/>
                  </a:lnTo>
                  <a:lnTo>
                    <a:pt x="1844040" y="99568"/>
                  </a:lnTo>
                  <a:lnTo>
                    <a:pt x="1844040" y="497839"/>
                  </a:lnTo>
                  <a:lnTo>
                    <a:pt x="1836215" y="536596"/>
                  </a:lnTo>
                  <a:lnTo>
                    <a:pt x="1814877" y="568245"/>
                  </a:lnTo>
                  <a:lnTo>
                    <a:pt x="1783228" y="589583"/>
                  </a:lnTo>
                  <a:lnTo>
                    <a:pt x="1744472" y="597407"/>
                  </a:lnTo>
                  <a:lnTo>
                    <a:pt x="99567" y="597407"/>
                  </a:lnTo>
                  <a:lnTo>
                    <a:pt x="60811" y="589583"/>
                  </a:lnTo>
                  <a:lnTo>
                    <a:pt x="29162" y="568245"/>
                  </a:lnTo>
                  <a:lnTo>
                    <a:pt x="7824" y="536596"/>
                  </a:lnTo>
                  <a:lnTo>
                    <a:pt x="0" y="497839"/>
                  </a:lnTo>
                  <a:lnTo>
                    <a:pt x="0" y="99568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67881" y="3818382"/>
            <a:ext cx="1317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Conocer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organización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7918" y="4573651"/>
            <a:ext cx="189547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400" spc="-10" dirty="0">
                <a:latin typeface="Arial MT"/>
                <a:cs typeface="Arial MT"/>
              </a:rPr>
              <a:t>Evangelizar</a:t>
            </a:r>
            <a:endParaRPr sz="1400">
              <a:latin typeface="Arial MT"/>
              <a:cs typeface="Arial MT"/>
            </a:endParaRPr>
          </a:p>
          <a:p>
            <a:pPr marL="183515" marR="508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184785" algn="l"/>
              </a:tabLst>
            </a:pPr>
            <a:r>
              <a:rPr sz="1400" dirty="0">
                <a:latin typeface="Arial MT"/>
                <a:cs typeface="Arial MT"/>
              </a:rPr>
              <a:t>Impulsor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cultura 	analítica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20236" y="4552950"/>
            <a:ext cx="270827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Formar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equipos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0" dirty="0">
                <a:latin typeface="Arial MT"/>
                <a:cs typeface="Arial MT"/>
              </a:rPr>
              <a:t> estructurarlos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Gestionar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presupuesto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Medir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evolución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32966" y="1679435"/>
            <a:ext cx="1915795" cy="835660"/>
            <a:chOff x="3332966" y="1679435"/>
            <a:chExt cx="1915795" cy="83566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2966" y="1728070"/>
              <a:ext cx="1915711" cy="66777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69207" y="1679435"/>
              <a:ext cx="1510284" cy="8351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71087" y="1746503"/>
              <a:ext cx="1844039" cy="59588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371087" y="1746503"/>
              <a:ext cx="1844039" cy="596265"/>
            </a:xfrm>
            <a:custGeom>
              <a:avLst/>
              <a:gdLst/>
              <a:ahLst/>
              <a:cxnLst/>
              <a:rect l="l" t="t" r="r" b="b"/>
              <a:pathLst>
                <a:path w="1844039" h="596264">
                  <a:moveTo>
                    <a:pt x="0" y="99313"/>
                  </a:moveTo>
                  <a:lnTo>
                    <a:pt x="7802" y="60650"/>
                  </a:lnTo>
                  <a:lnTo>
                    <a:pt x="29083" y="29083"/>
                  </a:lnTo>
                  <a:lnTo>
                    <a:pt x="60650" y="7802"/>
                  </a:lnTo>
                  <a:lnTo>
                    <a:pt x="99313" y="0"/>
                  </a:lnTo>
                  <a:lnTo>
                    <a:pt x="1744726" y="0"/>
                  </a:lnTo>
                  <a:lnTo>
                    <a:pt x="1783389" y="7802"/>
                  </a:lnTo>
                  <a:lnTo>
                    <a:pt x="1814956" y="29083"/>
                  </a:lnTo>
                  <a:lnTo>
                    <a:pt x="1836237" y="60650"/>
                  </a:lnTo>
                  <a:lnTo>
                    <a:pt x="1844039" y="99313"/>
                  </a:lnTo>
                  <a:lnTo>
                    <a:pt x="1844039" y="496570"/>
                  </a:lnTo>
                  <a:lnTo>
                    <a:pt x="1836237" y="535233"/>
                  </a:lnTo>
                  <a:lnTo>
                    <a:pt x="1814956" y="566801"/>
                  </a:lnTo>
                  <a:lnTo>
                    <a:pt x="1783389" y="588081"/>
                  </a:lnTo>
                  <a:lnTo>
                    <a:pt x="1744726" y="595884"/>
                  </a:lnTo>
                  <a:lnTo>
                    <a:pt x="99313" y="595884"/>
                  </a:lnTo>
                  <a:lnTo>
                    <a:pt x="60650" y="588081"/>
                  </a:lnTo>
                  <a:lnTo>
                    <a:pt x="29083" y="566801"/>
                  </a:lnTo>
                  <a:lnTo>
                    <a:pt x="7802" y="535233"/>
                  </a:lnTo>
                  <a:lnTo>
                    <a:pt x="0" y="496570"/>
                  </a:lnTo>
                  <a:lnTo>
                    <a:pt x="0" y="99313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420236" y="1751838"/>
            <a:ext cx="234442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Técnicos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  <a:p>
            <a:pPr marL="391160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analíticos</a:t>
            </a:r>
            <a:endParaRPr sz="18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335"/>
              </a:spcBef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Soluciones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tecnológicas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Modelos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analíticos</a:t>
            </a:r>
            <a:endParaRPr sz="140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latin typeface="Arial MT"/>
                <a:cs typeface="Arial MT"/>
              </a:rPr>
              <a:t>Metodologías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desarrollo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198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Visión</a:t>
            </a:r>
            <a:r>
              <a:rPr spc="-175" dirty="0"/>
              <a:t> </a:t>
            </a:r>
            <a:r>
              <a:rPr spc="-195" dirty="0"/>
              <a:t>y </a:t>
            </a:r>
            <a:r>
              <a:rPr spc="-100" dirty="0"/>
              <a:t>principios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0536" y="3122422"/>
            <a:ext cx="520827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1054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confundir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el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objetivo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con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el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medio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Hacer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foco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en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los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objetivos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la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organización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5536" y="1377696"/>
            <a:ext cx="3671570" cy="1626235"/>
            <a:chOff x="955536" y="1377696"/>
            <a:chExt cx="3671570" cy="16262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536" y="1388347"/>
              <a:ext cx="3671338" cy="16154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4315" y="1377696"/>
              <a:ext cx="3177540" cy="14828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647" y="1406652"/>
              <a:ext cx="3599688" cy="154381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3647" y="1406652"/>
              <a:ext cx="3599815" cy="1544320"/>
            </a:xfrm>
            <a:custGeom>
              <a:avLst/>
              <a:gdLst/>
              <a:ahLst/>
              <a:cxnLst/>
              <a:rect l="l" t="t" r="r" b="b"/>
              <a:pathLst>
                <a:path w="3599815" h="1544320">
                  <a:moveTo>
                    <a:pt x="0" y="257301"/>
                  </a:moveTo>
                  <a:lnTo>
                    <a:pt x="4145" y="211049"/>
                  </a:lnTo>
                  <a:lnTo>
                    <a:pt x="16098" y="167517"/>
                  </a:lnTo>
                  <a:lnTo>
                    <a:pt x="35130" y="127432"/>
                  </a:lnTo>
                  <a:lnTo>
                    <a:pt x="60516" y="91521"/>
                  </a:lnTo>
                  <a:lnTo>
                    <a:pt x="91529" y="60511"/>
                  </a:lnTo>
                  <a:lnTo>
                    <a:pt x="127442" y="35127"/>
                  </a:lnTo>
                  <a:lnTo>
                    <a:pt x="167528" y="16096"/>
                  </a:lnTo>
                  <a:lnTo>
                    <a:pt x="211061" y="4145"/>
                  </a:lnTo>
                  <a:lnTo>
                    <a:pt x="257314" y="0"/>
                  </a:lnTo>
                  <a:lnTo>
                    <a:pt x="3342386" y="0"/>
                  </a:lnTo>
                  <a:lnTo>
                    <a:pt x="3388638" y="4145"/>
                  </a:lnTo>
                  <a:lnTo>
                    <a:pt x="3432170" y="16096"/>
                  </a:lnTo>
                  <a:lnTo>
                    <a:pt x="3472255" y="35127"/>
                  </a:lnTo>
                  <a:lnTo>
                    <a:pt x="3508166" y="60511"/>
                  </a:lnTo>
                  <a:lnTo>
                    <a:pt x="3539176" y="91521"/>
                  </a:lnTo>
                  <a:lnTo>
                    <a:pt x="3564560" y="127432"/>
                  </a:lnTo>
                  <a:lnTo>
                    <a:pt x="3583591" y="167517"/>
                  </a:lnTo>
                  <a:lnTo>
                    <a:pt x="3595542" y="211049"/>
                  </a:lnTo>
                  <a:lnTo>
                    <a:pt x="3599688" y="257301"/>
                  </a:lnTo>
                  <a:lnTo>
                    <a:pt x="3599688" y="1286510"/>
                  </a:lnTo>
                  <a:lnTo>
                    <a:pt x="3595542" y="1332762"/>
                  </a:lnTo>
                  <a:lnTo>
                    <a:pt x="3583591" y="1376294"/>
                  </a:lnTo>
                  <a:lnTo>
                    <a:pt x="3564560" y="1416379"/>
                  </a:lnTo>
                  <a:lnTo>
                    <a:pt x="3539176" y="1452290"/>
                  </a:lnTo>
                  <a:lnTo>
                    <a:pt x="3508166" y="1483300"/>
                  </a:lnTo>
                  <a:lnTo>
                    <a:pt x="3472255" y="1508684"/>
                  </a:lnTo>
                  <a:lnTo>
                    <a:pt x="3432170" y="1527715"/>
                  </a:lnTo>
                  <a:lnTo>
                    <a:pt x="3388638" y="1539666"/>
                  </a:lnTo>
                  <a:lnTo>
                    <a:pt x="3342386" y="1543812"/>
                  </a:lnTo>
                  <a:lnTo>
                    <a:pt x="257314" y="1543812"/>
                  </a:lnTo>
                  <a:lnTo>
                    <a:pt x="211061" y="1539666"/>
                  </a:lnTo>
                  <a:lnTo>
                    <a:pt x="167528" y="1527715"/>
                  </a:lnTo>
                  <a:lnTo>
                    <a:pt x="127442" y="1508684"/>
                  </a:lnTo>
                  <a:lnTo>
                    <a:pt x="91529" y="1483300"/>
                  </a:lnTo>
                  <a:lnTo>
                    <a:pt x="60516" y="1452290"/>
                  </a:lnTo>
                  <a:lnTo>
                    <a:pt x="35130" y="1416379"/>
                  </a:lnTo>
                  <a:lnTo>
                    <a:pt x="16098" y="1376294"/>
                  </a:lnTo>
                  <a:lnTo>
                    <a:pt x="4145" y="1332762"/>
                  </a:lnTo>
                  <a:lnTo>
                    <a:pt x="0" y="1286510"/>
                  </a:lnTo>
                  <a:lnTo>
                    <a:pt x="0" y="257301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76880" y="1445133"/>
            <a:ext cx="6343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Visión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7673" y="1932812"/>
            <a:ext cx="28860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Qué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queremos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ser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Objetivo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medio/largo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plazo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Ayuda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alineamiento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91811" y="1363980"/>
            <a:ext cx="3689985" cy="1633855"/>
            <a:chOff x="4591811" y="1363980"/>
            <a:chExt cx="3689985" cy="163385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1811" y="1363980"/>
              <a:ext cx="3689603" cy="16337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9723" y="1363980"/>
              <a:ext cx="3369564" cy="12390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39055" y="1391412"/>
              <a:ext cx="3599688" cy="15438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39055" y="1391412"/>
              <a:ext cx="3599815" cy="1544320"/>
            </a:xfrm>
            <a:custGeom>
              <a:avLst/>
              <a:gdLst/>
              <a:ahLst/>
              <a:cxnLst/>
              <a:rect l="l" t="t" r="r" b="b"/>
              <a:pathLst>
                <a:path w="3599815" h="1544320">
                  <a:moveTo>
                    <a:pt x="0" y="257301"/>
                  </a:moveTo>
                  <a:lnTo>
                    <a:pt x="4145" y="211049"/>
                  </a:lnTo>
                  <a:lnTo>
                    <a:pt x="16096" y="167517"/>
                  </a:lnTo>
                  <a:lnTo>
                    <a:pt x="35127" y="127432"/>
                  </a:lnTo>
                  <a:lnTo>
                    <a:pt x="60511" y="91521"/>
                  </a:lnTo>
                  <a:lnTo>
                    <a:pt x="91521" y="60511"/>
                  </a:lnTo>
                  <a:lnTo>
                    <a:pt x="127432" y="35127"/>
                  </a:lnTo>
                  <a:lnTo>
                    <a:pt x="167517" y="16096"/>
                  </a:lnTo>
                  <a:lnTo>
                    <a:pt x="211049" y="4145"/>
                  </a:lnTo>
                  <a:lnTo>
                    <a:pt x="257302" y="0"/>
                  </a:lnTo>
                  <a:lnTo>
                    <a:pt x="3342386" y="0"/>
                  </a:lnTo>
                  <a:lnTo>
                    <a:pt x="3388638" y="4145"/>
                  </a:lnTo>
                  <a:lnTo>
                    <a:pt x="3432170" y="16096"/>
                  </a:lnTo>
                  <a:lnTo>
                    <a:pt x="3472255" y="35127"/>
                  </a:lnTo>
                  <a:lnTo>
                    <a:pt x="3508166" y="60511"/>
                  </a:lnTo>
                  <a:lnTo>
                    <a:pt x="3539176" y="91521"/>
                  </a:lnTo>
                  <a:lnTo>
                    <a:pt x="3564560" y="127432"/>
                  </a:lnTo>
                  <a:lnTo>
                    <a:pt x="3583591" y="167517"/>
                  </a:lnTo>
                  <a:lnTo>
                    <a:pt x="3595542" y="211049"/>
                  </a:lnTo>
                  <a:lnTo>
                    <a:pt x="3599688" y="257301"/>
                  </a:lnTo>
                  <a:lnTo>
                    <a:pt x="3599688" y="1286510"/>
                  </a:lnTo>
                  <a:lnTo>
                    <a:pt x="3595542" y="1332762"/>
                  </a:lnTo>
                  <a:lnTo>
                    <a:pt x="3583591" y="1376294"/>
                  </a:lnTo>
                  <a:lnTo>
                    <a:pt x="3564560" y="1416379"/>
                  </a:lnTo>
                  <a:lnTo>
                    <a:pt x="3539176" y="1452290"/>
                  </a:lnTo>
                  <a:lnTo>
                    <a:pt x="3508166" y="1483300"/>
                  </a:lnTo>
                  <a:lnTo>
                    <a:pt x="3472255" y="1508684"/>
                  </a:lnTo>
                  <a:lnTo>
                    <a:pt x="3432170" y="1527715"/>
                  </a:lnTo>
                  <a:lnTo>
                    <a:pt x="3388638" y="1539666"/>
                  </a:lnTo>
                  <a:lnTo>
                    <a:pt x="3342386" y="1543812"/>
                  </a:lnTo>
                  <a:lnTo>
                    <a:pt x="257302" y="1543812"/>
                  </a:lnTo>
                  <a:lnTo>
                    <a:pt x="211049" y="1539666"/>
                  </a:lnTo>
                  <a:lnTo>
                    <a:pt x="167517" y="1527715"/>
                  </a:lnTo>
                  <a:lnTo>
                    <a:pt x="127432" y="1508684"/>
                  </a:lnTo>
                  <a:lnTo>
                    <a:pt x="91521" y="1483300"/>
                  </a:lnTo>
                  <a:lnTo>
                    <a:pt x="60511" y="1452290"/>
                  </a:lnTo>
                  <a:lnTo>
                    <a:pt x="35127" y="1416379"/>
                  </a:lnTo>
                  <a:lnTo>
                    <a:pt x="16096" y="1376294"/>
                  </a:lnTo>
                  <a:lnTo>
                    <a:pt x="4145" y="1332762"/>
                  </a:lnTo>
                  <a:lnTo>
                    <a:pt x="0" y="1286510"/>
                  </a:lnTo>
                  <a:lnTo>
                    <a:pt x="0" y="257301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36996" y="1430528"/>
            <a:ext cx="10058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Arial"/>
                <a:cs typeface="Arial"/>
              </a:rPr>
              <a:t>Principios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93741" y="1918207"/>
            <a:ext cx="3079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Líneas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generales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actuación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Acordes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visión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693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Esponsorización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496" y="1221486"/>
            <a:ext cx="341820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Programa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vs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proyecto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(multianual)</a:t>
            </a:r>
            <a:endParaRPr sz="16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Inversión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tecnología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recursos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0042" y="2520518"/>
            <a:ext cx="3086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necesario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convencer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la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organización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9676" y="1180591"/>
            <a:ext cx="4168775" cy="67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500" dirty="0">
                <a:latin typeface="Arial MT"/>
                <a:cs typeface="Arial MT"/>
              </a:rPr>
              <a:t>Ambición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transversal</a:t>
            </a:r>
            <a:endParaRPr sz="1500">
              <a:latin typeface="Arial MT"/>
              <a:cs typeface="Arial MT"/>
            </a:endParaRPr>
          </a:p>
          <a:p>
            <a:pPr marL="299085" indent="-286385">
              <a:lnSpc>
                <a:spcPts val="1735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 MT"/>
                <a:cs typeface="Arial MT"/>
              </a:rPr>
              <a:t>Cambiar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procedimientos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y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responsabilidades</a:t>
            </a:r>
            <a:endParaRPr sz="1500">
              <a:latin typeface="Arial MT"/>
              <a:cs typeface="Arial MT"/>
            </a:endParaRPr>
          </a:p>
          <a:p>
            <a:pPr marL="299085" indent="-286385">
              <a:lnSpc>
                <a:spcPts val="1714"/>
              </a:lnSpc>
              <a:buChar char="•"/>
              <a:tabLst>
                <a:tab pos="299085" algn="l"/>
              </a:tabLst>
            </a:pPr>
            <a:r>
              <a:rPr sz="1500" dirty="0">
                <a:latin typeface="Arial MT"/>
                <a:cs typeface="Arial MT"/>
              </a:rPr>
              <a:t>Dedicación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recursos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64319" y="1906328"/>
            <a:ext cx="1697989" cy="504825"/>
            <a:chOff x="1164319" y="1906328"/>
            <a:chExt cx="1697989" cy="5048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4319" y="1906328"/>
              <a:ext cx="1697768" cy="5032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1956828"/>
              <a:ext cx="1397508" cy="4541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436" y="1924812"/>
              <a:ext cx="1626108" cy="4312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2436" y="1924812"/>
              <a:ext cx="1626235" cy="431800"/>
            </a:xfrm>
            <a:custGeom>
              <a:avLst/>
              <a:gdLst/>
              <a:ahLst/>
              <a:cxnLst/>
              <a:rect l="l" t="t" r="r" b="b"/>
              <a:pathLst>
                <a:path w="1626235" h="431800">
                  <a:moveTo>
                    <a:pt x="0" y="71882"/>
                  </a:moveTo>
                  <a:lnTo>
                    <a:pt x="5648" y="43880"/>
                  </a:lnTo>
                  <a:lnTo>
                    <a:pt x="21053" y="21034"/>
                  </a:lnTo>
                  <a:lnTo>
                    <a:pt x="43901" y="5641"/>
                  </a:lnTo>
                  <a:lnTo>
                    <a:pt x="71881" y="0"/>
                  </a:lnTo>
                  <a:lnTo>
                    <a:pt x="1554226" y="0"/>
                  </a:lnTo>
                  <a:lnTo>
                    <a:pt x="1582227" y="5641"/>
                  </a:lnTo>
                  <a:lnTo>
                    <a:pt x="1605073" y="21034"/>
                  </a:lnTo>
                  <a:lnTo>
                    <a:pt x="1620466" y="43880"/>
                  </a:lnTo>
                  <a:lnTo>
                    <a:pt x="1626108" y="71882"/>
                  </a:lnTo>
                  <a:lnTo>
                    <a:pt x="1626108" y="359410"/>
                  </a:lnTo>
                  <a:lnTo>
                    <a:pt x="1620466" y="387411"/>
                  </a:lnTo>
                  <a:lnTo>
                    <a:pt x="1605073" y="410257"/>
                  </a:lnTo>
                  <a:lnTo>
                    <a:pt x="1582227" y="425650"/>
                  </a:lnTo>
                  <a:lnTo>
                    <a:pt x="1554226" y="431291"/>
                  </a:lnTo>
                  <a:lnTo>
                    <a:pt x="71881" y="431291"/>
                  </a:lnTo>
                  <a:lnTo>
                    <a:pt x="43901" y="425650"/>
                  </a:lnTo>
                  <a:lnTo>
                    <a:pt x="21053" y="410257"/>
                  </a:lnTo>
                  <a:lnTo>
                    <a:pt x="5648" y="387411"/>
                  </a:lnTo>
                  <a:lnTo>
                    <a:pt x="0" y="359410"/>
                  </a:lnTo>
                  <a:lnTo>
                    <a:pt x="0" y="71882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50975" y="2015108"/>
            <a:ext cx="11290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Apoyo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C-</a:t>
            </a:r>
            <a:r>
              <a:rPr sz="1400" spc="-20" dirty="0">
                <a:latin typeface="Arial MT"/>
                <a:cs typeface="Arial MT"/>
              </a:rPr>
              <a:t>level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52982" y="1912424"/>
            <a:ext cx="2372995" cy="504825"/>
            <a:chOff x="4952982" y="1912424"/>
            <a:chExt cx="2372995" cy="5048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982" y="1912424"/>
              <a:ext cx="2372902" cy="5032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4524" y="1962924"/>
              <a:ext cx="2240279" cy="4541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91100" y="1930908"/>
              <a:ext cx="2301240" cy="43129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91100" y="1930908"/>
              <a:ext cx="2301240" cy="431800"/>
            </a:xfrm>
            <a:custGeom>
              <a:avLst/>
              <a:gdLst/>
              <a:ahLst/>
              <a:cxnLst/>
              <a:rect l="l" t="t" r="r" b="b"/>
              <a:pathLst>
                <a:path w="2301240" h="431800">
                  <a:moveTo>
                    <a:pt x="0" y="71881"/>
                  </a:moveTo>
                  <a:lnTo>
                    <a:pt x="5641" y="43880"/>
                  </a:lnTo>
                  <a:lnTo>
                    <a:pt x="21034" y="21034"/>
                  </a:lnTo>
                  <a:lnTo>
                    <a:pt x="43880" y="5641"/>
                  </a:lnTo>
                  <a:lnTo>
                    <a:pt x="71882" y="0"/>
                  </a:lnTo>
                  <a:lnTo>
                    <a:pt x="2229357" y="0"/>
                  </a:lnTo>
                  <a:lnTo>
                    <a:pt x="2257359" y="5641"/>
                  </a:lnTo>
                  <a:lnTo>
                    <a:pt x="2280205" y="21034"/>
                  </a:lnTo>
                  <a:lnTo>
                    <a:pt x="2295598" y="43880"/>
                  </a:lnTo>
                  <a:lnTo>
                    <a:pt x="2301240" y="71881"/>
                  </a:lnTo>
                  <a:lnTo>
                    <a:pt x="2301240" y="359409"/>
                  </a:lnTo>
                  <a:lnTo>
                    <a:pt x="2295598" y="387411"/>
                  </a:lnTo>
                  <a:lnTo>
                    <a:pt x="2280205" y="410257"/>
                  </a:lnTo>
                  <a:lnTo>
                    <a:pt x="2257359" y="425650"/>
                  </a:lnTo>
                  <a:lnTo>
                    <a:pt x="2229357" y="431291"/>
                  </a:lnTo>
                  <a:lnTo>
                    <a:pt x="71882" y="431291"/>
                  </a:lnTo>
                  <a:lnTo>
                    <a:pt x="43880" y="425650"/>
                  </a:lnTo>
                  <a:lnTo>
                    <a:pt x="21034" y="410257"/>
                  </a:lnTo>
                  <a:lnTo>
                    <a:pt x="5641" y="387411"/>
                  </a:lnTo>
                  <a:lnTo>
                    <a:pt x="0" y="359409"/>
                  </a:lnTo>
                  <a:lnTo>
                    <a:pt x="0" y="71881"/>
                  </a:lnTo>
                  <a:close/>
                </a:path>
              </a:pathLst>
            </a:custGeom>
            <a:ln w="9524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92065" y="2020900"/>
            <a:ext cx="19729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Gestión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0" dirty="0">
                <a:latin typeface="Arial MT"/>
                <a:cs typeface="Arial MT"/>
              </a:rPr>
              <a:t> Stakeholders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832" y="5760211"/>
            <a:ext cx="2017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Beneficio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!=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Retorno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9665" y="5783045"/>
            <a:ext cx="216371" cy="21524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68832" y="6216497"/>
            <a:ext cx="2947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Justificaciones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poco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robustas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9665" y="6238721"/>
            <a:ext cx="216371" cy="21524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983860" y="5763259"/>
            <a:ext cx="1931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Relato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muy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robusto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05703" y="5813153"/>
            <a:ext cx="220831" cy="15602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017134" y="6216497"/>
            <a:ext cx="332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Alineado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con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estrategia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general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06369" y="6265781"/>
            <a:ext cx="256540" cy="156210"/>
            <a:chOff x="4706369" y="6265781"/>
            <a:chExt cx="256540" cy="15621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08387" y="6267436"/>
              <a:ext cx="252212" cy="1527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06369" y="6265781"/>
              <a:ext cx="256540" cy="156210"/>
            </a:xfrm>
            <a:custGeom>
              <a:avLst/>
              <a:gdLst/>
              <a:ahLst/>
              <a:cxnLst/>
              <a:rect l="l" t="t" r="r" b="b"/>
              <a:pathLst>
                <a:path w="256539" h="156210">
                  <a:moveTo>
                    <a:pt x="25254" y="54595"/>
                  </a:moveTo>
                  <a:lnTo>
                    <a:pt x="0" y="75341"/>
                  </a:lnTo>
                  <a:lnTo>
                    <a:pt x="150" y="75341"/>
                  </a:lnTo>
                  <a:lnTo>
                    <a:pt x="91228" y="156021"/>
                  </a:lnTo>
                  <a:lnTo>
                    <a:pt x="94302" y="153556"/>
                  </a:lnTo>
                  <a:lnTo>
                    <a:pt x="90294" y="153556"/>
                  </a:lnTo>
                  <a:lnTo>
                    <a:pt x="91322" y="152732"/>
                  </a:lnTo>
                  <a:lnTo>
                    <a:pt x="4884" y="76162"/>
                  </a:lnTo>
                  <a:lnTo>
                    <a:pt x="2959" y="76162"/>
                  </a:lnTo>
                  <a:lnTo>
                    <a:pt x="2995" y="74489"/>
                  </a:lnTo>
                  <a:lnTo>
                    <a:pt x="4995" y="74489"/>
                  </a:lnTo>
                  <a:lnTo>
                    <a:pt x="25185" y="57902"/>
                  </a:lnTo>
                  <a:lnTo>
                    <a:pt x="24278" y="57101"/>
                  </a:lnTo>
                  <a:lnTo>
                    <a:pt x="28092" y="57101"/>
                  </a:lnTo>
                  <a:lnTo>
                    <a:pt x="25254" y="54595"/>
                  </a:lnTo>
                  <a:close/>
                </a:path>
                <a:path w="256539" h="156210">
                  <a:moveTo>
                    <a:pt x="91322" y="152732"/>
                  </a:moveTo>
                  <a:lnTo>
                    <a:pt x="90294" y="153556"/>
                  </a:lnTo>
                  <a:lnTo>
                    <a:pt x="92252" y="153556"/>
                  </a:lnTo>
                  <a:lnTo>
                    <a:pt x="91322" y="152732"/>
                  </a:lnTo>
                  <a:close/>
                </a:path>
                <a:path w="256539" h="156210">
                  <a:moveTo>
                    <a:pt x="253298" y="20568"/>
                  </a:moveTo>
                  <a:lnTo>
                    <a:pt x="113820" y="134689"/>
                  </a:lnTo>
                  <a:lnTo>
                    <a:pt x="91322" y="152732"/>
                  </a:lnTo>
                  <a:lnTo>
                    <a:pt x="92252" y="153556"/>
                  </a:lnTo>
                  <a:lnTo>
                    <a:pt x="94302" y="153556"/>
                  </a:lnTo>
                  <a:lnTo>
                    <a:pt x="115683" y="136407"/>
                  </a:lnTo>
                  <a:lnTo>
                    <a:pt x="255210" y="22239"/>
                  </a:lnTo>
                  <a:lnTo>
                    <a:pt x="253252" y="22239"/>
                  </a:lnTo>
                  <a:lnTo>
                    <a:pt x="252379" y="21458"/>
                  </a:lnTo>
                  <a:lnTo>
                    <a:pt x="253274" y="21458"/>
                  </a:lnTo>
                  <a:lnTo>
                    <a:pt x="253298" y="20568"/>
                  </a:lnTo>
                  <a:close/>
                </a:path>
                <a:path w="256539" h="156210">
                  <a:moveTo>
                    <a:pt x="28092" y="57101"/>
                  </a:moveTo>
                  <a:lnTo>
                    <a:pt x="26160" y="57101"/>
                  </a:lnTo>
                  <a:lnTo>
                    <a:pt x="25185" y="57902"/>
                  </a:lnTo>
                  <a:lnTo>
                    <a:pt x="92329" y="117199"/>
                  </a:lnTo>
                  <a:lnTo>
                    <a:pt x="95363" y="114726"/>
                  </a:lnTo>
                  <a:lnTo>
                    <a:pt x="91388" y="114726"/>
                  </a:lnTo>
                  <a:lnTo>
                    <a:pt x="92405" y="113897"/>
                  </a:lnTo>
                  <a:lnTo>
                    <a:pt x="28092" y="57101"/>
                  </a:lnTo>
                  <a:close/>
                </a:path>
                <a:path w="256539" h="156210">
                  <a:moveTo>
                    <a:pt x="92405" y="113897"/>
                  </a:moveTo>
                  <a:lnTo>
                    <a:pt x="91388" y="114726"/>
                  </a:lnTo>
                  <a:lnTo>
                    <a:pt x="93344" y="114726"/>
                  </a:lnTo>
                  <a:lnTo>
                    <a:pt x="92405" y="113897"/>
                  </a:lnTo>
                  <a:close/>
                </a:path>
                <a:path w="256539" h="156210">
                  <a:moveTo>
                    <a:pt x="232166" y="0"/>
                  </a:moveTo>
                  <a:lnTo>
                    <a:pt x="92405" y="113897"/>
                  </a:lnTo>
                  <a:lnTo>
                    <a:pt x="93344" y="114726"/>
                  </a:lnTo>
                  <a:lnTo>
                    <a:pt x="95363" y="114726"/>
                  </a:lnTo>
                  <a:lnTo>
                    <a:pt x="232076" y="3306"/>
                  </a:lnTo>
                  <a:lnTo>
                    <a:pt x="231184" y="2510"/>
                  </a:lnTo>
                  <a:lnTo>
                    <a:pt x="234973" y="2510"/>
                  </a:lnTo>
                  <a:lnTo>
                    <a:pt x="232166" y="0"/>
                  </a:lnTo>
                  <a:close/>
                </a:path>
                <a:path w="256539" h="156210">
                  <a:moveTo>
                    <a:pt x="2995" y="74489"/>
                  </a:moveTo>
                  <a:lnTo>
                    <a:pt x="2959" y="76162"/>
                  </a:lnTo>
                  <a:lnTo>
                    <a:pt x="3958" y="75341"/>
                  </a:lnTo>
                  <a:lnTo>
                    <a:pt x="2995" y="74489"/>
                  </a:lnTo>
                  <a:close/>
                </a:path>
                <a:path w="256539" h="156210">
                  <a:moveTo>
                    <a:pt x="3958" y="75341"/>
                  </a:moveTo>
                  <a:lnTo>
                    <a:pt x="2959" y="76162"/>
                  </a:lnTo>
                  <a:lnTo>
                    <a:pt x="4884" y="76162"/>
                  </a:lnTo>
                  <a:lnTo>
                    <a:pt x="3958" y="75341"/>
                  </a:lnTo>
                  <a:close/>
                </a:path>
                <a:path w="256539" h="156210">
                  <a:moveTo>
                    <a:pt x="4995" y="74489"/>
                  </a:moveTo>
                  <a:lnTo>
                    <a:pt x="2995" y="74489"/>
                  </a:lnTo>
                  <a:lnTo>
                    <a:pt x="3958" y="75341"/>
                  </a:lnTo>
                  <a:lnTo>
                    <a:pt x="4995" y="74489"/>
                  </a:lnTo>
                  <a:close/>
                </a:path>
                <a:path w="256539" h="156210">
                  <a:moveTo>
                    <a:pt x="26160" y="57101"/>
                  </a:moveTo>
                  <a:lnTo>
                    <a:pt x="24278" y="57101"/>
                  </a:lnTo>
                  <a:lnTo>
                    <a:pt x="25185" y="57902"/>
                  </a:lnTo>
                  <a:lnTo>
                    <a:pt x="26160" y="57101"/>
                  </a:lnTo>
                  <a:close/>
                </a:path>
                <a:path w="256539" h="156210">
                  <a:moveTo>
                    <a:pt x="234973" y="2510"/>
                  </a:moveTo>
                  <a:lnTo>
                    <a:pt x="233053" y="2510"/>
                  </a:lnTo>
                  <a:lnTo>
                    <a:pt x="232076" y="3306"/>
                  </a:lnTo>
                  <a:lnTo>
                    <a:pt x="253252" y="22239"/>
                  </a:lnTo>
                  <a:lnTo>
                    <a:pt x="253274" y="21458"/>
                  </a:lnTo>
                  <a:lnTo>
                    <a:pt x="252210" y="21458"/>
                  </a:lnTo>
                  <a:lnTo>
                    <a:pt x="253298" y="20568"/>
                  </a:lnTo>
                  <a:lnTo>
                    <a:pt x="255168" y="20568"/>
                  </a:lnTo>
                  <a:lnTo>
                    <a:pt x="234973" y="2510"/>
                  </a:lnTo>
                  <a:close/>
                </a:path>
                <a:path w="256539" h="156210">
                  <a:moveTo>
                    <a:pt x="255168" y="20568"/>
                  </a:moveTo>
                  <a:lnTo>
                    <a:pt x="253298" y="20568"/>
                  </a:lnTo>
                  <a:lnTo>
                    <a:pt x="253252" y="22239"/>
                  </a:lnTo>
                  <a:lnTo>
                    <a:pt x="255210" y="22239"/>
                  </a:lnTo>
                  <a:lnTo>
                    <a:pt x="256164" y="21458"/>
                  </a:lnTo>
                  <a:lnTo>
                    <a:pt x="255168" y="20568"/>
                  </a:lnTo>
                  <a:close/>
                </a:path>
                <a:path w="256539" h="156210">
                  <a:moveTo>
                    <a:pt x="233053" y="2510"/>
                  </a:moveTo>
                  <a:lnTo>
                    <a:pt x="231184" y="2510"/>
                  </a:lnTo>
                  <a:lnTo>
                    <a:pt x="232076" y="3306"/>
                  </a:lnTo>
                  <a:lnTo>
                    <a:pt x="233053" y="25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46297" y="3200393"/>
            <a:ext cx="4377055" cy="2174875"/>
            <a:chOff x="146297" y="3200393"/>
            <a:chExt cx="4377055" cy="217487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6297" y="3200393"/>
              <a:ext cx="4376940" cy="21747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6219" y="3340607"/>
              <a:ext cx="4035552" cy="17343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4403" y="3218687"/>
              <a:ext cx="4305300" cy="21031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84403" y="3218687"/>
              <a:ext cx="4305300" cy="2103120"/>
            </a:xfrm>
            <a:custGeom>
              <a:avLst/>
              <a:gdLst/>
              <a:ahLst/>
              <a:cxnLst/>
              <a:rect l="l" t="t" r="r" b="b"/>
              <a:pathLst>
                <a:path w="4305300" h="2103120">
                  <a:moveTo>
                    <a:pt x="0" y="350520"/>
                  </a:moveTo>
                  <a:lnTo>
                    <a:pt x="3199" y="302964"/>
                  </a:lnTo>
                  <a:lnTo>
                    <a:pt x="12520" y="257351"/>
                  </a:lnTo>
                  <a:lnTo>
                    <a:pt x="27545" y="214098"/>
                  </a:lnTo>
                  <a:lnTo>
                    <a:pt x="47856" y="173623"/>
                  </a:lnTo>
                  <a:lnTo>
                    <a:pt x="73035" y="136344"/>
                  </a:lnTo>
                  <a:lnTo>
                    <a:pt x="102665" y="102679"/>
                  </a:lnTo>
                  <a:lnTo>
                    <a:pt x="136327" y="73047"/>
                  </a:lnTo>
                  <a:lnTo>
                    <a:pt x="173606" y="47864"/>
                  </a:lnTo>
                  <a:lnTo>
                    <a:pt x="214082" y="27551"/>
                  </a:lnTo>
                  <a:lnTo>
                    <a:pt x="257338" y="12523"/>
                  </a:lnTo>
                  <a:lnTo>
                    <a:pt x="302956" y="3200"/>
                  </a:lnTo>
                  <a:lnTo>
                    <a:pt x="350520" y="0"/>
                  </a:lnTo>
                  <a:lnTo>
                    <a:pt x="3954780" y="0"/>
                  </a:lnTo>
                  <a:lnTo>
                    <a:pt x="4002335" y="3200"/>
                  </a:lnTo>
                  <a:lnTo>
                    <a:pt x="4047948" y="12523"/>
                  </a:lnTo>
                  <a:lnTo>
                    <a:pt x="4091201" y="27551"/>
                  </a:lnTo>
                  <a:lnTo>
                    <a:pt x="4131676" y="47864"/>
                  </a:lnTo>
                  <a:lnTo>
                    <a:pt x="4168955" y="73047"/>
                  </a:lnTo>
                  <a:lnTo>
                    <a:pt x="4202620" y="102679"/>
                  </a:lnTo>
                  <a:lnTo>
                    <a:pt x="4232252" y="136344"/>
                  </a:lnTo>
                  <a:lnTo>
                    <a:pt x="4257435" y="173623"/>
                  </a:lnTo>
                  <a:lnTo>
                    <a:pt x="4277748" y="214098"/>
                  </a:lnTo>
                  <a:lnTo>
                    <a:pt x="4292776" y="257351"/>
                  </a:lnTo>
                  <a:lnTo>
                    <a:pt x="4302099" y="302964"/>
                  </a:lnTo>
                  <a:lnTo>
                    <a:pt x="4305300" y="350520"/>
                  </a:lnTo>
                  <a:lnTo>
                    <a:pt x="4305300" y="1752600"/>
                  </a:lnTo>
                  <a:lnTo>
                    <a:pt x="4302099" y="1800155"/>
                  </a:lnTo>
                  <a:lnTo>
                    <a:pt x="4292776" y="1845768"/>
                  </a:lnTo>
                  <a:lnTo>
                    <a:pt x="4277748" y="1889021"/>
                  </a:lnTo>
                  <a:lnTo>
                    <a:pt x="4257435" y="1929496"/>
                  </a:lnTo>
                  <a:lnTo>
                    <a:pt x="4232252" y="1966775"/>
                  </a:lnTo>
                  <a:lnTo>
                    <a:pt x="4202620" y="2000440"/>
                  </a:lnTo>
                  <a:lnTo>
                    <a:pt x="4168955" y="2030072"/>
                  </a:lnTo>
                  <a:lnTo>
                    <a:pt x="4131676" y="2055255"/>
                  </a:lnTo>
                  <a:lnTo>
                    <a:pt x="4091201" y="2075568"/>
                  </a:lnTo>
                  <a:lnTo>
                    <a:pt x="4047948" y="2090596"/>
                  </a:lnTo>
                  <a:lnTo>
                    <a:pt x="4002335" y="2099919"/>
                  </a:lnTo>
                  <a:lnTo>
                    <a:pt x="3954780" y="2103120"/>
                  </a:lnTo>
                  <a:lnTo>
                    <a:pt x="350520" y="2103120"/>
                  </a:lnTo>
                  <a:lnTo>
                    <a:pt x="302956" y="2099919"/>
                  </a:lnTo>
                  <a:lnTo>
                    <a:pt x="257338" y="2090596"/>
                  </a:lnTo>
                  <a:lnTo>
                    <a:pt x="214082" y="2075568"/>
                  </a:lnTo>
                  <a:lnTo>
                    <a:pt x="173606" y="2055255"/>
                  </a:lnTo>
                  <a:lnTo>
                    <a:pt x="136327" y="2030072"/>
                  </a:lnTo>
                  <a:lnTo>
                    <a:pt x="102665" y="2000440"/>
                  </a:lnTo>
                  <a:lnTo>
                    <a:pt x="73035" y="1966775"/>
                  </a:lnTo>
                  <a:lnTo>
                    <a:pt x="47856" y="1929496"/>
                  </a:lnTo>
                  <a:lnTo>
                    <a:pt x="27545" y="1889021"/>
                  </a:lnTo>
                  <a:lnTo>
                    <a:pt x="12520" y="1845768"/>
                  </a:lnTo>
                  <a:lnTo>
                    <a:pt x="3199" y="1800155"/>
                  </a:lnTo>
                  <a:lnTo>
                    <a:pt x="0" y="1752600"/>
                  </a:lnTo>
                  <a:lnTo>
                    <a:pt x="0" y="350520"/>
                  </a:lnTo>
                  <a:close/>
                </a:path>
              </a:pathLst>
            </a:custGeom>
            <a:ln w="9524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75282" y="3398646"/>
            <a:ext cx="9264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Beneficios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6166" y="3612007"/>
            <a:ext cx="3780154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Eliminar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silos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Mayor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calidad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información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Cumplir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10" dirty="0">
                <a:latin typeface="Arial MT"/>
                <a:cs typeface="Arial MT"/>
              </a:rPr>
              <a:t> regulaciones</a:t>
            </a:r>
            <a:endParaRPr sz="1400">
              <a:latin typeface="Arial MT"/>
              <a:cs typeface="Arial MT"/>
            </a:endParaRPr>
          </a:p>
          <a:p>
            <a:pPr marL="299085" marR="36322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Aumentar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autonomía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áreas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spc="-10" dirty="0">
                <a:latin typeface="Arial MT"/>
                <a:cs typeface="Arial MT"/>
              </a:rPr>
              <a:t>negocio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Aumentar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seguridad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 el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acceso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datos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33893" y="3198869"/>
            <a:ext cx="4377055" cy="2174875"/>
            <a:chOff x="4533893" y="3198869"/>
            <a:chExt cx="4377055" cy="2174875"/>
          </a:xfrm>
        </p:grpSpPr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3893" y="3198869"/>
              <a:ext cx="4376940" cy="21747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23816" y="3339084"/>
              <a:ext cx="4146803" cy="152095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72000" y="3217164"/>
              <a:ext cx="4305300" cy="210312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72000" y="3217164"/>
              <a:ext cx="4305300" cy="2103120"/>
            </a:xfrm>
            <a:custGeom>
              <a:avLst/>
              <a:gdLst/>
              <a:ahLst/>
              <a:cxnLst/>
              <a:rect l="l" t="t" r="r" b="b"/>
              <a:pathLst>
                <a:path w="4305300" h="2103120">
                  <a:moveTo>
                    <a:pt x="0" y="350520"/>
                  </a:moveTo>
                  <a:lnTo>
                    <a:pt x="3200" y="302964"/>
                  </a:lnTo>
                  <a:lnTo>
                    <a:pt x="12523" y="257351"/>
                  </a:lnTo>
                  <a:lnTo>
                    <a:pt x="27551" y="214098"/>
                  </a:lnTo>
                  <a:lnTo>
                    <a:pt x="47864" y="173623"/>
                  </a:lnTo>
                  <a:lnTo>
                    <a:pt x="73047" y="136344"/>
                  </a:lnTo>
                  <a:lnTo>
                    <a:pt x="102679" y="102679"/>
                  </a:lnTo>
                  <a:lnTo>
                    <a:pt x="136344" y="73047"/>
                  </a:lnTo>
                  <a:lnTo>
                    <a:pt x="173623" y="47864"/>
                  </a:lnTo>
                  <a:lnTo>
                    <a:pt x="214098" y="27551"/>
                  </a:lnTo>
                  <a:lnTo>
                    <a:pt x="257351" y="12523"/>
                  </a:lnTo>
                  <a:lnTo>
                    <a:pt x="302964" y="3200"/>
                  </a:lnTo>
                  <a:lnTo>
                    <a:pt x="350520" y="0"/>
                  </a:lnTo>
                  <a:lnTo>
                    <a:pt x="3954779" y="0"/>
                  </a:lnTo>
                  <a:lnTo>
                    <a:pt x="4002335" y="3200"/>
                  </a:lnTo>
                  <a:lnTo>
                    <a:pt x="4047948" y="12523"/>
                  </a:lnTo>
                  <a:lnTo>
                    <a:pt x="4091201" y="27551"/>
                  </a:lnTo>
                  <a:lnTo>
                    <a:pt x="4131676" y="47864"/>
                  </a:lnTo>
                  <a:lnTo>
                    <a:pt x="4168955" y="73047"/>
                  </a:lnTo>
                  <a:lnTo>
                    <a:pt x="4202620" y="102679"/>
                  </a:lnTo>
                  <a:lnTo>
                    <a:pt x="4232252" y="136344"/>
                  </a:lnTo>
                  <a:lnTo>
                    <a:pt x="4257435" y="173623"/>
                  </a:lnTo>
                  <a:lnTo>
                    <a:pt x="4277748" y="214098"/>
                  </a:lnTo>
                  <a:lnTo>
                    <a:pt x="4292776" y="257351"/>
                  </a:lnTo>
                  <a:lnTo>
                    <a:pt x="4302099" y="302964"/>
                  </a:lnTo>
                  <a:lnTo>
                    <a:pt x="4305300" y="350520"/>
                  </a:lnTo>
                  <a:lnTo>
                    <a:pt x="4305300" y="1752600"/>
                  </a:lnTo>
                  <a:lnTo>
                    <a:pt x="4302099" y="1800155"/>
                  </a:lnTo>
                  <a:lnTo>
                    <a:pt x="4292776" y="1845768"/>
                  </a:lnTo>
                  <a:lnTo>
                    <a:pt x="4277748" y="1889021"/>
                  </a:lnTo>
                  <a:lnTo>
                    <a:pt x="4257435" y="1929496"/>
                  </a:lnTo>
                  <a:lnTo>
                    <a:pt x="4232252" y="1966775"/>
                  </a:lnTo>
                  <a:lnTo>
                    <a:pt x="4202620" y="2000440"/>
                  </a:lnTo>
                  <a:lnTo>
                    <a:pt x="4168955" y="2030072"/>
                  </a:lnTo>
                  <a:lnTo>
                    <a:pt x="4131676" y="2055255"/>
                  </a:lnTo>
                  <a:lnTo>
                    <a:pt x="4091201" y="2075568"/>
                  </a:lnTo>
                  <a:lnTo>
                    <a:pt x="4047948" y="2090596"/>
                  </a:lnTo>
                  <a:lnTo>
                    <a:pt x="4002335" y="2099919"/>
                  </a:lnTo>
                  <a:lnTo>
                    <a:pt x="3954779" y="2103120"/>
                  </a:lnTo>
                  <a:lnTo>
                    <a:pt x="350520" y="2103120"/>
                  </a:lnTo>
                  <a:lnTo>
                    <a:pt x="302964" y="2099919"/>
                  </a:lnTo>
                  <a:lnTo>
                    <a:pt x="257351" y="2090596"/>
                  </a:lnTo>
                  <a:lnTo>
                    <a:pt x="214098" y="2075568"/>
                  </a:lnTo>
                  <a:lnTo>
                    <a:pt x="173623" y="2055255"/>
                  </a:lnTo>
                  <a:lnTo>
                    <a:pt x="136344" y="2030072"/>
                  </a:lnTo>
                  <a:lnTo>
                    <a:pt x="102679" y="2000440"/>
                  </a:lnTo>
                  <a:lnTo>
                    <a:pt x="73047" y="1966775"/>
                  </a:lnTo>
                  <a:lnTo>
                    <a:pt x="47864" y="1929496"/>
                  </a:lnTo>
                  <a:lnTo>
                    <a:pt x="27551" y="1889021"/>
                  </a:lnTo>
                  <a:lnTo>
                    <a:pt x="12523" y="1845768"/>
                  </a:lnTo>
                  <a:lnTo>
                    <a:pt x="3200" y="1800155"/>
                  </a:lnTo>
                  <a:lnTo>
                    <a:pt x="0" y="1752600"/>
                  </a:lnTo>
                  <a:lnTo>
                    <a:pt x="0" y="350520"/>
                  </a:lnTo>
                  <a:close/>
                </a:path>
              </a:pathLst>
            </a:custGeom>
            <a:ln w="9524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754117" y="3397376"/>
            <a:ext cx="383857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Alineamiento</a:t>
            </a:r>
            <a:r>
              <a:rPr sz="1400" b="1" spc="-9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estratégico</a:t>
            </a:r>
            <a:endParaRPr sz="14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La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estrategia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datos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“palanca”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para </a:t>
            </a:r>
            <a:r>
              <a:rPr sz="1400" dirty="0">
                <a:latin typeface="Arial MT"/>
                <a:cs typeface="Arial MT"/>
              </a:rPr>
              <a:t>conseguir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objetivos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organización.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54117" y="4250816"/>
            <a:ext cx="388175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Definir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objetivos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estratégicos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mundo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Vincularlos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objetivos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organización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8295" y="3982084"/>
            <a:ext cx="7783195" cy="1095375"/>
            <a:chOff x="908295" y="3982084"/>
            <a:chExt cx="7783195" cy="10953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295" y="4894807"/>
              <a:ext cx="7783103" cy="1760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2594" y="4924805"/>
              <a:ext cx="7719695" cy="74295"/>
            </a:xfrm>
            <a:custGeom>
              <a:avLst/>
              <a:gdLst/>
              <a:ahLst/>
              <a:cxnLst/>
              <a:rect l="l" t="t" r="r" b="b"/>
              <a:pathLst>
                <a:path w="7719695" h="74295">
                  <a:moveTo>
                    <a:pt x="0" y="73914"/>
                  </a:moveTo>
                  <a:lnTo>
                    <a:pt x="7719695" y="0"/>
                  </a:lnTo>
                </a:path>
              </a:pathLst>
            </a:custGeom>
            <a:ln w="38100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9450" y="3982084"/>
              <a:ext cx="2564765" cy="1095375"/>
            </a:xfrm>
            <a:custGeom>
              <a:avLst/>
              <a:gdLst/>
              <a:ahLst/>
              <a:cxnLst/>
              <a:rect l="l" t="t" r="r" b="b"/>
              <a:pathLst>
                <a:path w="2564765" h="1095375">
                  <a:moveTo>
                    <a:pt x="74480" y="24834"/>
                  </a:moveTo>
                  <a:lnTo>
                    <a:pt x="65848" y="45283"/>
                  </a:lnTo>
                  <a:lnTo>
                    <a:pt x="2556002" y="1094866"/>
                  </a:lnTo>
                  <a:lnTo>
                    <a:pt x="2564638" y="1074292"/>
                  </a:lnTo>
                  <a:lnTo>
                    <a:pt x="74480" y="24834"/>
                  </a:lnTo>
                  <a:close/>
                </a:path>
                <a:path w="2564765" h="1095375">
                  <a:moveTo>
                    <a:pt x="84962" y="0"/>
                  </a:moveTo>
                  <a:lnTo>
                    <a:pt x="0" y="5460"/>
                  </a:lnTo>
                  <a:lnTo>
                    <a:pt x="55372" y="70103"/>
                  </a:lnTo>
                  <a:lnTo>
                    <a:pt x="65848" y="45283"/>
                  </a:lnTo>
                  <a:lnTo>
                    <a:pt x="54228" y="40385"/>
                  </a:lnTo>
                  <a:lnTo>
                    <a:pt x="62864" y="19938"/>
                  </a:lnTo>
                  <a:lnTo>
                    <a:pt x="76546" y="19938"/>
                  </a:lnTo>
                  <a:lnTo>
                    <a:pt x="84962" y="0"/>
                  </a:lnTo>
                  <a:close/>
                </a:path>
                <a:path w="2564765" h="1095375">
                  <a:moveTo>
                    <a:pt x="62864" y="19938"/>
                  </a:moveTo>
                  <a:lnTo>
                    <a:pt x="54228" y="40385"/>
                  </a:lnTo>
                  <a:lnTo>
                    <a:pt x="65848" y="45283"/>
                  </a:lnTo>
                  <a:lnTo>
                    <a:pt x="74480" y="24834"/>
                  </a:lnTo>
                  <a:lnTo>
                    <a:pt x="62864" y="19938"/>
                  </a:lnTo>
                  <a:close/>
                </a:path>
                <a:path w="2564765" h="1095375">
                  <a:moveTo>
                    <a:pt x="76546" y="19938"/>
                  </a:moveTo>
                  <a:lnTo>
                    <a:pt x="62864" y="19938"/>
                  </a:lnTo>
                  <a:lnTo>
                    <a:pt x="74480" y="24834"/>
                  </a:lnTo>
                  <a:lnTo>
                    <a:pt x="76546" y="1993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23535" y="3032480"/>
            <a:ext cx="7783195" cy="2652395"/>
            <a:chOff x="923535" y="3032480"/>
            <a:chExt cx="7783195" cy="2652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535" y="3032480"/>
              <a:ext cx="7783103" cy="1760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57834" y="3062477"/>
              <a:ext cx="7719695" cy="74295"/>
            </a:xfrm>
            <a:custGeom>
              <a:avLst/>
              <a:gdLst/>
              <a:ahLst/>
              <a:cxnLst/>
              <a:rect l="l" t="t" r="r" b="b"/>
              <a:pathLst>
                <a:path w="7719695" h="74294">
                  <a:moveTo>
                    <a:pt x="0" y="73913"/>
                  </a:moveTo>
                  <a:lnTo>
                    <a:pt x="7719695" y="0"/>
                  </a:lnTo>
                </a:path>
              </a:pathLst>
            </a:custGeom>
            <a:ln w="38100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6444" y="5065776"/>
              <a:ext cx="1405127" cy="6156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76444" y="5065776"/>
              <a:ext cx="1405255" cy="615950"/>
            </a:xfrm>
            <a:custGeom>
              <a:avLst/>
              <a:gdLst/>
              <a:ahLst/>
              <a:cxnLst/>
              <a:rect l="l" t="t" r="r" b="b"/>
              <a:pathLst>
                <a:path w="1405254" h="615950">
                  <a:moveTo>
                    <a:pt x="0" y="307848"/>
                  </a:moveTo>
                  <a:lnTo>
                    <a:pt x="11320" y="252503"/>
                  </a:lnTo>
                  <a:lnTo>
                    <a:pt x="43957" y="200416"/>
                  </a:lnTo>
                  <a:lnTo>
                    <a:pt x="95927" y="152456"/>
                  </a:lnTo>
                  <a:lnTo>
                    <a:pt x="128541" y="130295"/>
                  </a:lnTo>
                  <a:lnTo>
                    <a:pt x="165244" y="109491"/>
                  </a:lnTo>
                  <a:lnTo>
                    <a:pt x="205787" y="90154"/>
                  </a:lnTo>
                  <a:lnTo>
                    <a:pt x="249923" y="72391"/>
                  </a:lnTo>
                  <a:lnTo>
                    <a:pt x="297403" y="56311"/>
                  </a:lnTo>
                  <a:lnTo>
                    <a:pt x="347980" y="42022"/>
                  </a:lnTo>
                  <a:lnTo>
                    <a:pt x="401404" y="29634"/>
                  </a:lnTo>
                  <a:lnTo>
                    <a:pt x="457428" y="19255"/>
                  </a:lnTo>
                  <a:lnTo>
                    <a:pt x="515805" y="10994"/>
                  </a:lnTo>
                  <a:lnTo>
                    <a:pt x="576285" y="4958"/>
                  </a:lnTo>
                  <a:lnTo>
                    <a:pt x="638620" y="1257"/>
                  </a:lnTo>
                  <a:lnTo>
                    <a:pt x="702563" y="0"/>
                  </a:lnTo>
                  <a:lnTo>
                    <a:pt x="766507" y="1257"/>
                  </a:lnTo>
                  <a:lnTo>
                    <a:pt x="828842" y="4958"/>
                  </a:lnTo>
                  <a:lnTo>
                    <a:pt x="889322" y="10994"/>
                  </a:lnTo>
                  <a:lnTo>
                    <a:pt x="947699" y="19255"/>
                  </a:lnTo>
                  <a:lnTo>
                    <a:pt x="1003723" y="29634"/>
                  </a:lnTo>
                  <a:lnTo>
                    <a:pt x="1057148" y="42022"/>
                  </a:lnTo>
                  <a:lnTo>
                    <a:pt x="1107724" y="56311"/>
                  </a:lnTo>
                  <a:lnTo>
                    <a:pt x="1155204" y="72391"/>
                  </a:lnTo>
                  <a:lnTo>
                    <a:pt x="1199340" y="90154"/>
                  </a:lnTo>
                  <a:lnTo>
                    <a:pt x="1239883" y="109491"/>
                  </a:lnTo>
                  <a:lnTo>
                    <a:pt x="1276586" y="130295"/>
                  </a:lnTo>
                  <a:lnTo>
                    <a:pt x="1309200" y="152456"/>
                  </a:lnTo>
                  <a:lnTo>
                    <a:pt x="1361170" y="200416"/>
                  </a:lnTo>
                  <a:lnTo>
                    <a:pt x="1393807" y="252503"/>
                  </a:lnTo>
                  <a:lnTo>
                    <a:pt x="1405127" y="307848"/>
                  </a:lnTo>
                  <a:lnTo>
                    <a:pt x="1402256" y="335873"/>
                  </a:lnTo>
                  <a:lnTo>
                    <a:pt x="1380029" y="389697"/>
                  </a:lnTo>
                  <a:lnTo>
                    <a:pt x="1337477" y="439829"/>
                  </a:lnTo>
                  <a:lnTo>
                    <a:pt x="1276586" y="485400"/>
                  </a:lnTo>
                  <a:lnTo>
                    <a:pt x="1239883" y="506204"/>
                  </a:lnTo>
                  <a:lnTo>
                    <a:pt x="1199340" y="525541"/>
                  </a:lnTo>
                  <a:lnTo>
                    <a:pt x="1155204" y="543304"/>
                  </a:lnTo>
                  <a:lnTo>
                    <a:pt x="1107724" y="559384"/>
                  </a:lnTo>
                  <a:lnTo>
                    <a:pt x="1057147" y="573673"/>
                  </a:lnTo>
                  <a:lnTo>
                    <a:pt x="1003723" y="586061"/>
                  </a:lnTo>
                  <a:lnTo>
                    <a:pt x="947699" y="596440"/>
                  </a:lnTo>
                  <a:lnTo>
                    <a:pt x="889322" y="604701"/>
                  </a:lnTo>
                  <a:lnTo>
                    <a:pt x="828842" y="610737"/>
                  </a:lnTo>
                  <a:lnTo>
                    <a:pt x="766507" y="614438"/>
                  </a:lnTo>
                  <a:lnTo>
                    <a:pt x="702563" y="615696"/>
                  </a:lnTo>
                  <a:lnTo>
                    <a:pt x="638620" y="614438"/>
                  </a:lnTo>
                  <a:lnTo>
                    <a:pt x="576285" y="610737"/>
                  </a:lnTo>
                  <a:lnTo>
                    <a:pt x="515805" y="604701"/>
                  </a:lnTo>
                  <a:lnTo>
                    <a:pt x="457428" y="596440"/>
                  </a:lnTo>
                  <a:lnTo>
                    <a:pt x="401404" y="586061"/>
                  </a:lnTo>
                  <a:lnTo>
                    <a:pt x="347979" y="573673"/>
                  </a:lnTo>
                  <a:lnTo>
                    <a:pt x="297403" y="559384"/>
                  </a:lnTo>
                  <a:lnTo>
                    <a:pt x="249923" y="543304"/>
                  </a:lnTo>
                  <a:lnTo>
                    <a:pt x="205787" y="525541"/>
                  </a:lnTo>
                  <a:lnTo>
                    <a:pt x="165244" y="506204"/>
                  </a:lnTo>
                  <a:lnTo>
                    <a:pt x="128541" y="485400"/>
                  </a:lnTo>
                  <a:lnTo>
                    <a:pt x="95927" y="463239"/>
                  </a:lnTo>
                  <a:lnTo>
                    <a:pt x="43957" y="415279"/>
                  </a:lnTo>
                  <a:lnTo>
                    <a:pt x="11320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Alineamiento </a:t>
            </a:r>
            <a:r>
              <a:rPr spc="-95" dirty="0"/>
              <a:t>Estratégico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16702" y="5261864"/>
            <a:ext cx="325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/>
                <a:cs typeface="Calibri"/>
              </a:rPr>
              <a:t>CRM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97909" y="2331592"/>
            <a:ext cx="1410335" cy="622300"/>
            <a:chOff x="4097909" y="2331592"/>
            <a:chExt cx="1410335" cy="6223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1084" y="2334767"/>
              <a:ext cx="1403603" cy="61569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01084" y="2334767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5" h="615950">
                  <a:moveTo>
                    <a:pt x="0" y="307848"/>
                  </a:moveTo>
                  <a:lnTo>
                    <a:pt x="11306" y="252503"/>
                  </a:lnTo>
                  <a:lnTo>
                    <a:pt x="43905" y="200416"/>
                  </a:lnTo>
                  <a:lnTo>
                    <a:pt x="95814" y="152456"/>
                  </a:lnTo>
                  <a:lnTo>
                    <a:pt x="128390" y="130295"/>
                  </a:lnTo>
                  <a:lnTo>
                    <a:pt x="165051" y="109491"/>
                  </a:lnTo>
                  <a:lnTo>
                    <a:pt x="205549" y="90154"/>
                  </a:lnTo>
                  <a:lnTo>
                    <a:pt x="249636" y="72391"/>
                  </a:lnTo>
                  <a:lnTo>
                    <a:pt x="297063" y="56311"/>
                  </a:lnTo>
                  <a:lnTo>
                    <a:pt x="347584" y="42022"/>
                  </a:lnTo>
                  <a:lnTo>
                    <a:pt x="400951" y="29634"/>
                  </a:lnTo>
                  <a:lnTo>
                    <a:pt x="456916" y="19255"/>
                  </a:lnTo>
                  <a:lnTo>
                    <a:pt x="515231" y="10994"/>
                  </a:lnTo>
                  <a:lnTo>
                    <a:pt x="575649" y="4958"/>
                  </a:lnTo>
                  <a:lnTo>
                    <a:pt x="637922" y="1257"/>
                  </a:lnTo>
                  <a:lnTo>
                    <a:pt x="701801" y="0"/>
                  </a:lnTo>
                  <a:lnTo>
                    <a:pt x="765681" y="1257"/>
                  </a:lnTo>
                  <a:lnTo>
                    <a:pt x="827954" y="4958"/>
                  </a:lnTo>
                  <a:lnTo>
                    <a:pt x="888372" y="10994"/>
                  </a:lnTo>
                  <a:lnTo>
                    <a:pt x="946687" y="19255"/>
                  </a:lnTo>
                  <a:lnTo>
                    <a:pt x="1002652" y="29634"/>
                  </a:lnTo>
                  <a:lnTo>
                    <a:pt x="1056019" y="42022"/>
                  </a:lnTo>
                  <a:lnTo>
                    <a:pt x="1106540" y="56311"/>
                  </a:lnTo>
                  <a:lnTo>
                    <a:pt x="1153967" y="72391"/>
                  </a:lnTo>
                  <a:lnTo>
                    <a:pt x="1198054" y="90154"/>
                  </a:lnTo>
                  <a:lnTo>
                    <a:pt x="1238552" y="109491"/>
                  </a:lnTo>
                  <a:lnTo>
                    <a:pt x="1275213" y="130295"/>
                  </a:lnTo>
                  <a:lnTo>
                    <a:pt x="1307789" y="152456"/>
                  </a:lnTo>
                  <a:lnTo>
                    <a:pt x="1359698" y="200416"/>
                  </a:lnTo>
                  <a:lnTo>
                    <a:pt x="1392297" y="252503"/>
                  </a:lnTo>
                  <a:lnTo>
                    <a:pt x="1403603" y="307848"/>
                  </a:lnTo>
                  <a:lnTo>
                    <a:pt x="1400736" y="335873"/>
                  </a:lnTo>
                  <a:lnTo>
                    <a:pt x="1378535" y="389697"/>
                  </a:lnTo>
                  <a:lnTo>
                    <a:pt x="1336033" y="439829"/>
                  </a:lnTo>
                  <a:lnTo>
                    <a:pt x="1275213" y="485400"/>
                  </a:lnTo>
                  <a:lnTo>
                    <a:pt x="1238552" y="506204"/>
                  </a:lnTo>
                  <a:lnTo>
                    <a:pt x="1198054" y="525541"/>
                  </a:lnTo>
                  <a:lnTo>
                    <a:pt x="1153967" y="543304"/>
                  </a:lnTo>
                  <a:lnTo>
                    <a:pt x="1106540" y="559384"/>
                  </a:lnTo>
                  <a:lnTo>
                    <a:pt x="1056019" y="573673"/>
                  </a:lnTo>
                  <a:lnTo>
                    <a:pt x="1002652" y="586061"/>
                  </a:lnTo>
                  <a:lnTo>
                    <a:pt x="946687" y="596440"/>
                  </a:lnTo>
                  <a:lnTo>
                    <a:pt x="888372" y="604701"/>
                  </a:lnTo>
                  <a:lnTo>
                    <a:pt x="827954" y="610737"/>
                  </a:lnTo>
                  <a:lnTo>
                    <a:pt x="765681" y="614438"/>
                  </a:lnTo>
                  <a:lnTo>
                    <a:pt x="701801" y="615696"/>
                  </a:lnTo>
                  <a:lnTo>
                    <a:pt x="637922" y="614438"/>
                  </a:lnTo>
                  <a:lnTo>
                    <a:pt x="575649" y="610737"/>
                  </a:lnTo>
                  <a:lnTo>
                    <a:pt x="515231" y="604701"/>
                  </a:lnTo>
                  <a:lnTo>
                    <a:pt x="456916" y="596440"/>
                  </a:lnTo>
                  <a:lnTo>
                    <a:pt x="400951" y="586061"/>
                  </a:lnTo>
                  <a:lnTo>
                    <a:pt x="347584" y="573673"/>
                  </a:lnTo>
                  <a:lnTo>
                    <a:pt x="297063" y="559384"/>
                  </a:lnTo>
                  <a:lnTo>
                    <a:pt x="249636" y="543304"/>
                  </a:lnTo>
                  <a:lnTo>
                    <a:pt x="205549" y="525541"/>
                  </a:lnTo>
                  <a:lnTo>
                    <a:pt x="165051" y="506204"/>
                  </a:lnTo>
                  <a:lnTo>
                    <a:pt x="128390" y="485400"/>
                  </a:lnTo>
                  <a:lnTo>
                    <a:pt x="95814" y="463239"/>
                  </a:lnTo>
                  <a:lnTo>
                    <a:pt x="43905" y="415279"/>
                  </a:lnTo>
                  <a:lnTo>
                    <a:pt x="11306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28490" y="2347086"/>
            <a:ext cx="746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Programas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spc="-10" dirty="0">
                <a:latin typeface="Calibri"/>
                <a:cs typeface="Calibri"/>
              </a:rPr>
              <a:t>fidelización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27804" y="3357245"/>
            <a:ext cx="1410335" cy="622300"/>
            <a:chOff x="4027804" y="3357245"/>
            <a:chExt cx="1410335" cy="62230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0979" y="3360420"/>
              <a:ext cx="1403604" cy="61569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0979" y="3360420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5" h="615950">
                  <a:moveTo>
                    <a:pt x="0" y="307847"/>
                  </a:moveTo>
                  <a:lnTo>
                    <a:pt x="11306" y="252503"/>
                  </a:lnTo>
                  <a:lnTo>
                    <a:pt x="43905" y="200416"/>
                  </a:lnTo>
                  <a:lnTo>
                    <a:pt x="95814" y="152456"/>
                  </a:lnTo>
                  <a:lnTo>
                    <a:pt x="128390" y="130295"/>
                  </a:lnTo>
                  <a:lnTo>
                    <a:pt x="165051" y="109491"/>
                  </a:lnTo>
                  <a:lnTo>
                    <a:pt x="205549" y="90154"/>
                  </a:lnTo>
                  <a:lnTo>
                    <a:pt x="249636" y="72391"/>
                  </a:lnTo>
                  <a:lnTo>
                    <a:pt x="297063" y="56311"/>
                  </a:lnTo>
                  <a:lnTo>
                    <a:pt x="347584" y="42022"/>
                  </a:lnTo>
                  <a:lnTo>
                    <a:pt x="400951" y="29634"/>
                  </a:lnTo>
                  <a:lnTo>
                    <a:pt x="456916" y="19255"/>
                  </a:lnTo>
                  <a:lnTo>
                    <a:pt x="515231" y="10994"/>
                  </a:lnTo>
                  <a:lnTo>
                    <a:pt x="575649" y="4958"/>
                  </a:lnTo>
                  <a:lnTo>
                    <a:pt x="637922" y="1257"/>
                  </a:lnTo>
                  <a:lnTo>
                    <a:pt x="701802" y="0"/>
                  </a:lnTo>
                  <a:lnTo>
                    <a:pt x="765681" y="1257"/>
                  </a:lnTo>
                  <a:lnTo>
                    <a:pt x="827954" y="4958"/>
                  </a:lnTo>
                  <a:lnTo>
                    <a:pt x="888372" y="10994"/>
                  </a:lnTo>
                  <a:lnTo>
                    <a:pt x="946687" y="19255"/>
                  </a:lnTo>
                  <a:lnTo>
                    <a:pt x="1002652" y="29634"/>
                  </a:lnTo>
                  <a:lnTo>
                    <a:pt x="1056019" y="42022"/>
                  </a:lnTo>
                  <a:lnTo>
                    <a:pt x="1106540" y="56311"/>
                  </a:lnTo>
                  <a:lnTo>
                    <a:pt x="1153967" y="72391"/>
                  </a:lnTo>
                  <a:lnTo>
                    <a:pt x="1198054" y="90154"/>
                  </a:lnTo>
                  <a:lnTo>
                    <a:pt x="1238552" y="109491"/>
                  </a:lnTo>
                  <a:lnTo>
                    <a:pt x="1275213" y="130295"/>
                  </a:lnTo>
                  <a:lnTo>
                    <a:pt x="1307789" y="152456"/>
                  </a:lnTo>
                  <a:lnTo>
                    <a:pt x="1359698" y="200416"/>
                  </a:lnTo>
                  <a:lnTo>
                    <a:pt x="1392297" y="252503"/>
                  </a:lnTo>
                  <a:lnTo>
                    <a:pt x="1403604" y="307847"/>
                  </a:lnTo>
                  <a:lnTo>
                    <a:pt x="1400736" y="335873"/>
                  </a:lnTo>
                  <a:lnTo>
                    <a:pt x="1378535" y="389697"/>
                  </a:lnTo>
                  <a:lnTo>
                    <a:pt x="1336033" y="439829"/>
                  </a:lnTo>
                  <a:lnTo>
                    <a:pt x="1275213" y="485400"/>
                  </a:lnTo>
                  <a:lnTo>
                    <a:pt x="1238552" y="506204"/>
                  </a:lnTo>
                  <a:lnTo>
                    <a:pt x="1198054" y="525541"/>
                  </a:lnTo>
                  <a:lnTo>
                    <a:pt x="1153967" y="543304"/>
                  </a:lnTo>
                  <a:lnTo>
                    <a:pt x="1106540" y="559384"/>
                  </a:lnTo>
                  <a:lnTo>
                    <a:pt x="1056019" y="573673"/>
                  </a:lnTo>
                  <a:lnTo>
                    <a:pt x="1002652" y="586061"/>
                  </a:lnTo>
                  <a:lnTo>
                    <a:pt x="946687" y="596440"/>
                  </a:lnTo>
                  <a:lnTo>
                    <a:pt x="888372" y="604701"/>
                  </a:lnTo>
                  <a:lnTo>
                    <a:pt x="827954" y="610737"/>
                  </a:lnTo>
                  <a:lnTo>
                    <a:pt x="765681" y="614438"/>
                  </a:lnTo>
                  <a:lnTo>
                    <a:pt x="701802" y="615695"/>
                  </a:lnTo>
                  <a:lnTo>
                    <a:pt x="637922" y="614438"/>
                  </a:lnTo>
                  <a:lnTo>
                    <a:pt x="575649" y="610737"/>
                  </a:lnTo>
                  <a:lnTo>
                    <a:pt x="515231" y="604701"/>
                  </a:lnTo>
                  <a:lnTo>
                    <a:pt x="456916" y="596440"/>
                  </a:lnTo>
                  <a:lnTo>
                    <a:pt x="400951" y="586061"/>
                  </a:lnTo>
                  <a:lnTo>
                    <a:pt x="347584" y="573673"/>
                  </a:lnTo>
                  <a:lnTo>
                    <a:pt x="297063" y="559384"/>
                  </a:lnTo>
                  <a:lnTo>
                    <a:pt x="249636" y="543304"/>
                  </a:lnTo>
                  <a:lnTo>
                    <a:pt x="205549" y="525541"/>
                  </a:lnTo>
                  <a:lnTo>
                    <a:pt x="165051" y="506204"/>
                  </a:lnTo>
                  <a:lnTo>
                    <a:pt x="128390" y="485400"/>
                  </a:lnTo>
                  <a:lnTo>
                    <a:pt x="95814" y="463239"/>
                  </a:lnTo>
                  <a:lnTo>
                    <a:pt x="43905" y="415279"/>
                  </a:lnTo>
                  <a:lnTo>
                    <a:pt x="11306" y="363192"/>
                  </a:lnTo>
                  <a:lnTo>
                    <a:pt x="0" y="30784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393184" y="3464814"/>
            <a:ext cx="679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Campañas </a:t>
            </a:r>
            <a:r>
              <a:rPr sz="1200" b="1" spc="-25" dirty="0">
                <a:latin typeface="Calibri"/>
                <a:cs typeface="Calibri"/>
              </a:rPr>
              <a:t>MKT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12948" y="3367913"/>
            <a:ext cx="1411605" cy="622300"/>
            <a:chOff x="2512948" y="3367913"/>
            <a:chExt cx="1411605" cy="62230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16123" y="3371088"/>
              <a:ext cx="1405127" cy="61569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516123" y="3371088"/>
              <a:ext cx="1405255" cy="615950"/>
            </a:xfrm>
            <a:custGeom>
              <a:avLst/>
              <a:gdLst/>
              <a:ahLst/>
              <a:cxnLst/>
              <a:rect l="l" t="t" r="r" b="b"/>
              <a:pathLst>
                <a:path w="1405254" h="615950">
                  <a:moveTo>
                    <a:pt x="0" y="307848"/>
                  </a:moveTo>
                  <a:lnTo>
                    <a:pt x="11320" y="252503"/>
                  </a:lnTo>
                  <a:lnTo>
                    <a:pt x="43957" y="200416"/>
                  </a:lnTo>
                  <a:lnTo>
                    <a:pt x="95927" y="152456"/>
                  </a:lnTo>
                  <a:lnTo>
                    <a:pt x="128541" y="130295"/>
                  </a:lnTo>
                  <a:lnTo>
                    <a:pt x="165244" y="109491"/>
                  </a:lnTo>
                  <a:lnTo>
                    <a:pt x="205787" y="90154"/>
                  </a:lnTo>
                  <a:lnTo>
                    <a:pt x="249923" y="72391"/>
                  </a:lnTo>
                  <a:lnTo>
                    <a:pt x="297403" y="56311"/>
                  </a:lnTo>
                  <a:lnTo>
                    <a:pt x="347979" y="42022"/>
                  </a:lnTo>
                  <a:lnTo>
                    <a:pt x="401404" y="29634"/>
                  </a:lnTo>
                  <a:lnTo>
                    <a:pt x="457428" y="19255"/>
                  </a:lnTo>
                  <a:lnTo>
                    <a:pt x="515805" y="10994"/>
                  </a:lnTo>
                  <a:lnTo>
                    <a:pt x="576285" y="4958"/>
                  </a:lnTo>
                  <a:lnTo>
                    <a:pt x="638620" y="1257"/>
                  </a:lnTo>
                  <a:lnTo>
                    <a:pt x="702563" y="0"/>
                  </a:lnTo>
                  <a:lnTo>
                    <a:pt x="766507" y="1257"/>
                  </a:lnTo>
                  <a:lnTo>
                    <a:pt x="828842" y="4958"/>
                  </a:lnTo>
                  <a:lnTo>
                    <a:pt x="889322" y="10994"/>
                  </a:lnTo>
                  <a:lnTo>
                    <a:pt x="947699" y="19255"/>
                  </a:lnTo>
                  <a:lnTo>
                    <a:pt x="1003723" y="29634"/>
                  </a:lnTo>
                  <a:lnTo>
                    <a:pt x="1057148" y="42022"/>
                  </a:lnTo>
                  <a:lnTo>
                    <a:pt x="1107724" y="56311"/>
                  </a:lnTo>
                  <a:lnTo>
                    <a:pt x="1155204" y="72391"/>
                  </a:lnTo>
                  <a:lnTo>
                    <a:pt x="1199340" y="90154"/>
                  </a:lnTo>
                  <a:lnTo>
                    <a:pt x="1239883" y="109491"/>
                  </a:lnTo>
                  <a:lnTo>
                    <a:pt x="1276586" y="130295"/>
                  </a:lnTo>
                  <a:lnTo>
                    <a:pt x="1309200" y="152456"/>
                  </a:lnTo>
                  <a:lnTo>
                    <a:pt x="1361170" y="200416"/>
                  </a:lnTo>
                  <a:lnTo>
                    <a:pt x="1393807" y="252503"/>
                  </a:lnTo>
                  <a:lnTo>
                    <a:pt x="1405127" y="307848"/>
                  </a:lnTo>
                  <a:lnTo>
                    <a:pt x="1402256" y="335873"/>
                  </a:lnTo>
                  <a:lnTo>
                    <a:pt x="1380029" y="389697"/>
                  </a:lnTo>
                  <a:lnTo>
                    <a:pt x="1337477" y="439829"/>
                  </a:lnTo>
                  <a:lnTo>
                    <a:pt x="1276586" y="485400"/>
                  </a:lnTo>
                  <a:lnTo>
                    <a:pt x="1239883" y="506204"/>
                  </a:lnTo>
                  <a:lnTo>
                    <a:pt x="1199340" y="525541"/>
                  </a:lnTo>
                  <a:lnTo>
                    <a:pt x="1155204" y="543304"/>
                  </a:lnTo>
                  <a:lnTo>
                    <a:pt x="1107724" y="559384"/>
                  </a:lnTo>
                  <a:lnTo>
                    <a:pt x="1057147" y="573673"/>
                  </a:lnTo>
                  <a:lnTo>
                    <a:pt x="1003723" y="586061"/>
                  </a:lnTo>
                  <a:lnTo>
                    <a:pt x="947699" y="596440"/>
                  </a:lnTo>
                  <a:lnTo>
                    <a:pt x="889322" y="604701"/>
                  </a:lnTo>
                  <a:lnTo>
                    <a:pt x="828842" y="610737"/>
                  </a:lnTo>
                  <a:lnTo>
                    <a:pt x="766507" y="614438"/>
                  </a:lnTo>
                  <a:lnTo>
                    <a:pt x="702563" y="615695"/>
                  </a:lnTo>
                  <a:lnTo>
                    <a:pt x="638620" y="614438"/>
                  </a:lnTo>
                  <a:lnTo>
                    <a:pt x="576285" y="610737"/>
                  </a:lnTo>
                  <a:lnTo>
                    <a:pt x="515805" y="604701"/>
                  </a:lnTo>
                  <a:lnTo>
                    <a:pt x="457428" y="596440"/>
                  </a:lnTo>
                  <a:lnTo>
                    <a:pt x="401404" y="586061"/>
                  </a:lnTo>
                  <a:lnTo>
                    <a:pt x="347979" y="573673"/>
                  </a:lnTo>
                  <a:lnTo>
                    <a:pt x="297403" y="559384"/>
                  </a:lnTo>
                  <a:lnTo>
                    <a:pt x="249923" y="543304"/>
                  </a:lnTo>
                  <a:lnTo>
                    <a:pt x="205787" y="525541"/>
                  </a:lnTo>
                  <a:lnTo>
                    <a:pt x="165244" y="506204"/>
                  </a:lnTo>
                  <a:lnTo>
                    <a:pt x="128541" y="485400"/>
                  </a:lnTo>
                  <a:lnTo>
                    <a:pt x="95927" y="463239"/>
                  </a:lnTo>
                  <a:lnTo>
                    <a:pt x="43957" y="415279"/>
                  </a:lnTo>
                  <a:lnTo>
                    <a:pt x="11320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65501" y="3566236"/>
            <a:ext cx="7061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Segmentar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10657" y="3351148"/>
            <a:ext cx="1410335" cy="622300"/>
            <a:chOff x="5510657" y="3351148"/>
            <a:chExt cx="1410335" cy="622300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3832" y="3354323"/>
              <a:ext cx="1403603" cy="61569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513832" y="3354323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4" h="615950">
                  <a:moveTo>
                    <a:pt x="0" y="307848"/>
                  </a:moveTo>
                  <a:lnTo>
                    <a:pt x="11306" y="252503"/>
                  </a:lnTo>
                  <a:lnTo>
                    <a:pt x="43905" y="200416"/>
                  </a:lnTo>
                  <a:lnTo>
                    <a:pt x="95814" y="152456"/>
                  </a:lnTo>
                  <a:lnTo>
                    <a:pt x="128390" y="130295"/>
                  </a:lnTo>
                  <a:lnTo>
                    <a:pt x="165051" y="109491"/>
                  </a:lnTo>
                  <a:lnTo>
                    <a:pt x="205549" y="90154"/>
                  </a:lnTo>
                  <a:lnTo>
                    <a:pt x="249636" y="72391"/>
                  </a:lnTo>
                  <a:lnTo>
                    <a:pt x="297063" y="56311"/>
                  </a:lnTo>
                  <a:lnTo>
                    <a:pt x="347584" y="42022"/>
                  </a:lnTo>
                  <a:lnTo>
                    <a:pt x="400951" y="29634"/>
                  </a:lnTo>
                  <a:lnTo>
                    <a:pt x="456916" y="19255"/>
                  </a:lnTo>
                  <a:lnTo>
                    <a:pt x="515231" y="10994"/>
                  </a:lnTo>
                  <a:lnTo>
                    <a:pt x="575649" y="4958"/>
                  </a:lnTo>
                  <a:lnTo>
                    <a:pt x="637922" y="1257"/>
                  </a:lnTo>
                  <a:lnTo>
                    <a:pt x="701801" y="0"/>
                  </a:lnTo>
                  <a:lnTo>
                    <a:pt x="765681" y="1257"/>
                  </a:lnTo>
                  <a:lnTo>
                    <a:pt x="827954" y="4958"/>
                  </a:lnTo>
                  <a:lnTo>
                    <a:pt x="888372" y="10994"/>
                  </a:lnTo>
                  <a:lnTo>
                    <a:pt x="946687" y="19255"/>
                  </a:lnTo>
                  <a:lnTo>
                    <a:pt x="1002652" y="29634"/>
                  </a:lnTo>
                  <a:lnTo>
                    <a:pt x="1056019" y="42022"/>
                  </a:lnTo>
                  <a:lnTo>
                    <a:pt x="1106540" y="56311"/>
                  </a:lnTo>
                  <a:lnTo>
                    <a:pt x="1153967" y="72391"/>
                  </a:lnTo>
                  <a:lnTo>
                    <a:pt x="1198054" y="90154"/>
                  </a:lnTo>
                  <a:lnTo>
                    <a:pt x="1238552" y="109491"/>
                  </a:lnTo>
                  <a:lnTo>
                    <a:pt x="1275213" y="130295"/>
                  </a:lnTo>
                  <a:lnTo>
                    <a:pt x="1307789" y="152456"/>
                  </a:lnTo>
                  <a:lnTo>
                    <a:pt x="1359698" y="200416"/>
                  </a:lnTo>
                  <a:lnTo>
                    <a:pt x="1392297" y="252503"/>
                  </a:lnTo>
                  <a:lnTo>
                    <a:pt x="1403603" y="307848"/>
                  </a:lnTo>
                  <a:lnTo>
                    <a:pt x="1400736" y="335873"/>
                  </a:lnTo>
                  <a:lnTo>
                    <a:pt x="1378535" y="389697"/>
                  </a:lnTo>
                  <a:lnTo>
                    <a:pt x="1336033" y="439829"/>
                  </a:lnTo>
                  <a:lnTo>
                    <a:pt x="1275213" y="485400"/>
                  </a:lnTo>
                  <a:lnTo>
                    <a:pt x="1238552" y="506204"/>
                  </a:lnTo>
                  <a:lnTo>
                    <a:pt x="1198054" y="525541"/>
                  </a:lnTo>
                  <a:lnTo>
                    <a:pt x="1153967" y="543304"/>
                  </a:lnTo>
                  <a:lnTo>
                    <a:pt x="1106540" y="559384"/>
                  </a:lnTo>
                  <a:lnTo>
                    <a:pt x="1056019" y="573673"/>
                  </a:lnTo>
                  <a:lnTo>
                    <a:pt x="1002652" y="586061"/>
                  </a:lnTo>
                  <a:lnTo>
                    <a:pt x="946687" y="596440"/>
                  </a:lnTo>
                  <a:lnTo>
                    <a:pt x="888372" y="604701"/>
                  </a:lnTo>
                  <a:lnTo>
                    <a:pt x="827954" y="610737"/>
                  </a:lnTo>
                  <a:lnTo>
                    <a:pt x="765681" y="614438"/>
                  </a:lnTo>
                  <a:lnTo>
                    <a:pt x="701801" y="615695"/>
                  </a:lnTo>
                  <a:lnTo>
                    <a:pt x="637922" y="614438"/>
                  </a:lnTo>
                  <a:lnTo>
                    <a:pt x="575649" y="610737"/>
                  </a:lnTo>
                  <a:lnTo>
                    <a:pt x="515231" y="604701"/>
                  </a:lnTo>
                  <a:lnTo>
                    <a:pt x="456916" y="596440"/>
                  </a:lnTo>
                  <a:lnTo>
                    <a:pt x="400951" y="586061"/>
                  </a:lnTo>
                  <a:lnTo>
                    <a:pt x="347584" y="573673"/>
                  </a:lnTo>
                  <a:lnTo>
                    <a:pt x="297063" y="559384"/>
                  </a:lnTo>
                  <a:lnTo>
                    <a:pt x="249636" y="543304"/>
                  </a:lnTo>
                  <a:lnTo>
                    <a:pt x="205549" y="525541"/>
                  </a:lnTo>
                  <a:lnTo>
                    <a:pt x="165051" y="506204"/>
                  </a:lnTo>
                  <a:lnTo>
                    <a:pt x="128390" y="485400"/>
                  </a:lnTo>
                  <a:lnTo>
                    <a:pt x="95814" y="463239"/>
                  </a:lnTo>
                  <a:lnTo>
                    <a:pt x="43905" y="415279"/>
                  </a:lnTo>
                  <a:lnTo>
                    <a:pt x="11306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22645" y="3458082"/>
            <a:ext cx="5880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Mejorar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procesos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68980" y="5062601"/>
            <a:ext cx="1410335" cy="622300"/>
            <a:chOff x="2768980" y="5062601"/>
            <a:chExt cx="1410335" cy="62230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2155" y="5065776"/>
              <a:ext cx="1403604" cy="61569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772155" y="5065776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5" h="615950">
                  <a:moveTo>
                    <a:pt x="0" y="307848"/>
                  </a:moveTo>
                  <a:lnTo>
                    <a:pt x="11306" y="252503"/>
                  </a:lnTo>
                  <a:lnTo>
                    <a:pt x="43905" y="200416"/>
                  </a:lnTo>
                  <a:lnTo>
                    <a:pt x="95814" y="152456"/>
                  </a:lnTo>
                  <a:lnTo>
                    <a:pt x="128390" y="130295"/>
                  </a:lnTo>
                  <a:lnTo>
                    <a:pt x="165051" y="109491"/>
                  </a:lnTo>
                  <a:lnTo>
                    <a:pt x="205549" y="90154"/>
                  </a:lnTo>
                  <a:lnTo>
                    <a:pt x="249636" y="72391"/>
                  </a:lnTo>
                  <a:lnTo>
                    <a:pt x="297063" y="56311"/>
                  </a:lnTo>
                  <a:lnTo>
                    <a:pt x="347584" y="42022"/>
                  </a:lnTo>
                  <a:lnTo>
                    <a:pt x="400951" y="29634"/>
                  </a:lnTo>
                  <a:lnTo>
                    <a:pt x="456916" y="19255"/>
                  </a:lnTo>
                  <a:lnTo>
                    <a:pt x="515231" y="10994"/>
                  </a:lnTo>
                  <a:lnTo>
                    <a:pt x="575649" y="4958"/>
                  </a:lnTo>
                  <a:lnTo>
                    <a:pt x="637922" y="1257"/>
                  </a:lnTo>
                  <a:lnTo>
                    <a:pt x="701802" y="0"/>
                  </a:lnTo>
                  <a:lnTo>
                    <a:pt x="765681" y="1257"/>
                  </a:lnTo>
                  <a:lnTo>
                    <a:pt x="827954" y="4958"/>
                  </a:lnTo>
                  <a:lnTo>
                    <a:pt x="888372" y="10994"/>
                  </a:lnTo>
                  <a:lnTo>
                    <a:pt x="946687" y="19255"/>
                  </a:lnTo>
                  <a:lnTo>
                    <a:pt x="1002652" y="29634"/>
                  </a:lnTo>
                  <a:lnTo>
                    <a:pt x="1056019" y="42022"/>
                  </a:lnTo>
                  <a:lnTo>
                    <a:pt x="1106540" y="56311"/>
                  </a:lnTo>
                  <a:lnTo>
                    <a:pt x="1153967" y="72391"/>
                  </a:lnTo>
                  <a:lnTo>
                    <a:pt x="1198054" y="90154"/>
                  </a:lnTo>
                  <a:lnTo>
                    <a:pt x="1238552" y="109491"/>
                  </a:lnTo>
                  <a:lnTo>
                    <a:pt x="1275213" y="130295"/>
                  </a:lnTo>
                  <a:lnTo>
                    <a:pt x="1307789" y="152456"/>
                  </a:lnTo>
                  <a:lnTo>
                    <a:pt x="1359698" y="200416"/>
                  </a:lnTo>
                  <a:lnTo>
                    <a:pt x="1392297" y="252503"/>
                  </a:lnTo>
                  <a:lnTo>
                    <a:pt x="1403604" y="307848"/>
                  </a:lnTo>
                  <a:lnTo>
                    <a:pt x="1400736" y="335873"/>
                  </a:lnTo>
                  <a:lnTo>
                    <a:pt x="1378535" y="389697"/>
                  </a:lnTo>
                  <a:lnTo>
                    <a:pt x="1336033" y="439829"/>
                  </a:lnTo>
                  <a:lnTo>
                    <a:pt x="1275213" y="485400"/>
                  </a:lnTo>
                  <a:lnTo>
                    <a:pt x="1238552" y="506204"/>
                  </a:lnTo>
                  <a:lnTo>
                    <a:pt x="1198054" y="525541"/>
                  </a:lnTo>
                  <a:lnTo>
                    <a:pt x="1153967" y="543304"/>
                  </a:lnTo>
                  <a:lnTo>
                    <a:pt x="1106540" y="559384"/>
                  </a:lnTo>
                  <a:lnTo>
                    <a:pt x="1056019" y="573673"/>
                  </a:lnTo>
                  <a:lnTo>
                    <a:pt x="1002652" y="586061"/>
                  </a:lnTo>
                  <a:lnTo>
                    <a:pt x="946687" y="596440"/>
                  </a:lnTo>
                  <a:lnTo>
                    <a:pt x="888372" y="604701"/>
                  </a:lnTo>
                  <a:lnTo>
                    <a:pt x="827954" y="610737"/>
                  </a:lnTo>
                  <a:lnTo>
                    <a:pt x="765681" y="614438"/>
                  </a:lnTo>
                  <a:lnTo>
                    <a:pt x="701802" y="615696"/>
                  </a:lnTo>
                  <a:lnTo>
                    <a:pt x="637922" y="614438"/>
                  </a:lnTo>
                  <a:lnTo>
                    <a:pt x="575649" y="610737"/>
                  </a:lnTo>
                  <a:lnTo>
                    <a:pt x="515231" y="604701"/>
                  </a:lnTo>
                  <a:lnTo>
                    <a:pt x="456916" y="596440"/>
                  </a:lnTo>
                  <a:lnTo>
                    <a:pt x="400951" y="586061"/>
                  </a:lnTo>
                  <a:lnTo>
                    <a:pt x="347584" y="573673"/>
                  </a:lnTo>
                  <a:lnTo>
                    <a:pt x="297063" y="559384"/>
                  </a:lnTo>
                  <a:lnTo>
                    <a:pt x="249636" y="543304"/>
                  </a:lnTo>
                  <a:lnTo>
                    <a:pt x="205549" y="525541"/>
                  </a:lnTo>
                  <a:lnTo>
                    <a:pt x="165051" y="506204"/>
                  </a:lnTo>
                  <a:lnTo>
                    <a:pt x="128390" y="485400"/>
                  </a:lnTo>
                  <a:lnTo>
                    <a:pt x="95814" y="463239"/>
                  </a:lnTo>
                  <a:lnTo>
                    <a:pt x="43905" y="415279"/>
                  </a:lnTo>
                  <a:lnTo>
                    <a:pt x="11306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056382" y="5261864"/>
            <a:ext cx="832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Capacitación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31053" y="2342260"/>
            <a:ext cx="1411605" cy="622300"/>
            <a:chOff x="5631053" y="2342260"/>
            <a:chExt cx="1411605" cy="622300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34228" y="2345435"/>
              <a:ext cx="1405127" cy="6156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634228" y="2345435"/>
              <a:ext cx="1405255" cy="615950"/>
            </a:xfrm>
            <a:custGeom>
              <a:avLst/>
              <a:gdLst/>
              <a:ahLst/>
              <a:cxnLst/>
              <a:rect l="l" t="t" r="r" b="b"/>
              <a:pathLst>
                <a:path w="1405254" h="615950">
                  <a:moveTo>
                    <a:pt x="0" y="307848"/>
                  </a:moveTo>
                  <a:lnTo>
                    <a:pt x="11320" y="252503"/>
                  </a:lnTo>
                  <a:lnTo>
                    <a:pt x="43957" y="200416"/>
                  </a:lnTo>
                  <a:lnTo>
                    <a:pt x="95927" y="152456"/>
                  </a:lnTo>
                  <a:lnTo>
                    <a:pt x="128541" y="130295"/>
                  </a:lnTo>
                  <a:lnTo>
                    <a:pt x="165244" y="109491"/>
                  </a:lnTo>
                  <a:lnTo>
                    <a:pt x="205787" y="90154"/>
                  </a:lnTo>
                  <a:lnTo>
                    <a:pt x="249923" y="72391"/>
                  </a:lnTo>
                  <a:lnTo>
                    <a:pt x="297403" y="56311"/>
                  </a:lnTo>
                  <a:lnTo>
                    <a:pt x="347980" y="42022"/>
                  </a:lnTo>
                  <a:lnTo>
                    <a:pt x="401404" y="29634"/>
                  </a:lnTo>
                  <a:lnTo>
                    <a:pt x="457428" y="19255"/>
                  </a:lnTo>
                  <a:lnTo>
                    <a:pt x="515805" y="10994"/>
                  </a:lnTo>
                  <a:lnTo>
                    <a:pt x="576285" y="4958"/>
                  </a:lnTo>
                  <a:lnTo>
                    <a:pt x="638620" y="1257"/>
                  </a:lnTo>
                  <a:lnTo>
                    <a:pt x="702563" y="0"/>
                  </a:lnTo>
                  <a:lnTo>
                    <a:pt x="766507" y="1257"/>
                  </a:lnTo>
                  <a:lnTo>
                    <a:pt x="828842" y="4958"/>
                  </a:lnTo>
                  <a:lnTo>
                    <a:pt x="889322" y="10994"/>
                  </a:lnTo>
                  <a:lnTo>
                    <a:pt x="947699" y="19255"/>
                  </a:lnTo>
                  <a:lnTo>
                    <a:pt x="1003723" y="29634"/>
                  </a:lnTo>
                  <a:lnTo>
                    <a:pt x="1057148" y="42022"/>
                  </a:lnTo>
                  <a:lnTo>
                    <a:pt x="1107724" y="56311"/>
                  </a:lnTo>
                  <a:lnTo>
                    <a:pt x="1155204" y="72391"/>
                  </a:lnTo>
                  <a:lnTo>
                    <a:pt x="1199340" y="90154"/>
                  </a:lnTo>
                  <a:lnTo>
                    <a:pt x="1239883" y="109491"/>
                  </a:lnTo>
                  <a:lnTo>
                    <a:pt x="1276586" y="130295"/>
                  </a:lnTo>
                  <a:lnTo>
                    <a:pt x="1309200" y="152456"/>
                  </a:lnTo>
                  <a:lnTo>
                    <a:pt x="1361170" y="200416"/>
                  </a:lnTo>
                  <a:lnTo>
                    <a:pt x="1393807" y="252503"/>
                  </a:lnTo>
                  <a:lnTo>
                    <a:pt x="1405127" y="307848"/>
                  </a:lnTo>
                  <a:lnTo>
                    <a:pt x="1402256" y="335873"/>
                  </a:lnTo>
                  <a:lnTo>
                    <a:pt x="1380029" y="389697"/>
                  </a:lnTo>
                  <a:lnTo>
                    <a:pt x="1337477" y="439829"/>
                  </a:lnTo>
                  <a:lnTo>
                    <a:pt x="1276586" y="485400"/>
                  </a:lnTo>
                  <a:lnTo>
                    <a:pt x="1239883" y="506204"/>
                  </a:lnTo>
                  <a:lnTo>
                    <a:pt x="1199340" y="525541"/>
                  </a:lnTo>
                  <a:lnTo>
                    <a:pt x="1155204" y="543304"/>
                  </a:lnTo>
                  <a:lnTo>
                    <a:pt x="1107724" y="559384"/>
                  </a:lnTo>
                  <a:lnTo>
                    <a:pt x="1057148" y="573673"/>
                  </a:lnTo>
                  <a:lnTo>
                    <a:pt x="1003723" y="586061"/>
                  </a:lnTo>
                  <a:lnTo>
                    <a:pt x="947699" y="596440"/>
                  </a:lnTo>
                  <a:lnTo>
                    <a:pt x="889322" y="604701"/>
                  </a:lnTo>
                  <a:lnTo>
                    <a:pt x="828842" y="610737"/>
                  </a:lnTo>
                  <a:lnTo>
                    <a:pt x="766507" y="614438"/>
                  </a:lnTo>
                  <a:lnTo>
                    <a:pt x="702563" y="615696"/>
                  </a:lnTo>
                  <a:lnTo>
                    <a:pt x="638620" y="614438"/>
                  </a:lnTo>
                  <a:lnTo>
                    <a:pt x="576285" y="610737"/>
                  </a:lnTo>
                  <a:lnTo>
                    <a:pt x="515805" y="604701"/>
                  </a:lnTo>
                  <a:lnTo>
                    <a:pt x="457428" y="596440"/>
                  </a:lnTo>
                  <a:lnTo>
                    <a:pt x="401404" y="586061"/>
                  </a:lnTo>
                  <a:lnTo>
                    <a:pt x="347979" y="573673"/>
                  </a:lnTo>
                  <a:lnTo>
                    <a:pt x="297403" y="559384"/>
                  </a:lnTo>
                  <a:lnTo>
                    <a:pt x="249923" y="543304"/>
                  </a:lnTo>
                  <a:lnTo>
                    <a:pt x="205787" y="525541"/>
                  </a:lnTo>
                  <a:lnTo>
                    <a:pt x="165244" y="506204"/>
                  </a:lnTo>
                  <a:lnTo>
                    <a:pt x="128541" y="485400"/>
                  </a:lnTo>
                  <a:lnTo>
                    <a:pt x="95927" y="463239"/>
                  </a:lnTo>
                  <a:lnTo>
                    <a:pt x="43957" y="415279"/>
                  </a:lnTo>
                  <a:lnTo>
                    <a:pt x="11320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068059" y="2449448"/>
            <a:ext cx="536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 marR="5080" indent="-247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Mejorar imagen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958456" y="3342004"/>
            <a:ext cx="1411605" cy="622300"/>
            <a:chOff x="6958456" y="3342004"/>
            <a:chExt cx="1411605" cy="622300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1631" y="3345179"/>
              <a:ext cx="1405127" cy="61569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61631" y="3345179"/>
              <a:ext cx="1405255" cy="615950"/>
            </a:xfrm>
            <a:custGeom>
              <a:avLst/>
              <a:gdLst/>
              <a:ahLst/>
              <a:cxnLst/>
              <a:rect l="l" t="t" r="r" b="b"/>
              <a:pathLst>
                <a:path w="1405254" h="615950">
                  <a:moveTo>
                    <a:pt x="0" y="307848"/>
                  </a:moveTo>
                  <a:lnTo>
                    <a:pt x="11320" y="252503"/>
                  </a:lnTo>
                  <a:lnTo>
                    <a:pt x="43957" y="200416"/>
                  </a:lnTo>
                  <a:lnTo>
                    <a:pt x="95927" y="152456"/>
                  </a:lnTo>
                  <a:lnTo>
                    <a:pt x="128541" y="130295"/>
                  </a:lnTo>
                  <a:lnTo>
                    <a:pt x="165244" y="109491"/>
                  </a:lnTo>
                  <a:lnTo>
                    <a:pt x="205787" y="90154"/>
                  </a:lnTo>
                  <a:lnTo>
                    <a:pt x="249923" y="72391"/>
                  </a:lnTo>
                  <a:lnTo>
                    <a:pt x="297403" y="56311"/>
                  </a:lnTo>
                  <a:lnTo>
                    <a:pt x="347979" y="42022"/>
                  </a:lnTo>
                  <a:lnTo>
                    <a:pt x="401404" y="29634"/>
                  </a:lnTo>
                  <a:lnTo>
                    <a:pt x="457428" y="19255"/>
                  </a:lnTo>
                  <a:lnTo>
                    <a:pt x="515805" y="10994"/>
                  </a:lnTo>
                  <a:lnTo>
                    <a:pt x="576285" y="4958"/>
                  </a:lnTo>
                  <a:lnTo>
                    <a:pt x="638620" y="1257"/>
                  </a:lnTo>
                  <a:lnTo>
                    <a:pt x="702564" y="0"/>
                  </a:lnTo>
                  <a:lnTo>
                    <a:pt x="766507" y="1257"/>
                  </a:lnTo>
                  <a:lnTo>
                    <a:pt x="828842" y="4958"/>
                  </a:lnTo>
                  <a:lnTo>
                    <a:pt x="889322" y="10994"/>
                  </a:lnTo>
                  <a:lnTo>
                    <a:pt x="947699" y="19255"/>
                  </a:lnTo>
                  <a:lnTo>
                    <a:pt x="1003723" y="29634"/>
                  </a:lnTo>
                  <a:lnTo>
                    <a:pt x="1057147" y="42022"/>
                  </a:lnTo>
                  <a:lnTo>
                    <a:pt x="1107724" y="56311"/>
                  </a:lnTo>
                  <a:lnTo>
                    <a:pt x="1155204" y="72391"/>
                  </a:lnTo>
                  <a:lnTo>
                    <a:pt x="1199340" y="90154"/>
                  </a:lnTo>
                  <a:lnTo>
                    <a:pt x="1239883" y="109491"/>
                  </a:lnTo>
                  <a:lnTo>
                    <a:pt x="1276586" y="130295"/>
                  </a:lnTo>
                  <a:lnTo>
                    <a:pt x="1309200" y="152456"/>
                  </a:lnTo>
                  <a:lnTo>
                    <a:pt x="1361170" y="200416"/>
                  </a:lnTo>
                  <a:lnTo>
                    <a:pt x="1393807" y="252503"/>
                  </a:lnTo>
                  <a:lnTo>
                    <a:pt x="1405127" y="307848"/>
                  </a:lnTo>
                  <a:lnTo>
                    <a:pt x="1402256" y="335873"/>
                  </a:lnTo>
                  <a:lnTo>
                    <a:pt x="1380029" y="389697"/>
                  </a:lnTo>
                  <a:lnTo>
                    <a:pt x="1337477" y="439829"/>
                  </a:lnTo>
                  <a:lnTo>
                    <a:pt x="1276586" y="485400"/>
                  </a:lnTo>
                  <a:lnTo>
                    <a:pt x="1239883" y="506204"/>
                  </a:lnTo>
                  <a:lnTo>
                    <a:pt x="1199340" y="525541"/>
                  </a:lnTo>
                  <a:lnTo>
                    <a:pt x="1155204" y="543304"/>
                  </a:lnTo>
                  <a:lnTo>
                    <a:pt x="1107724" y="559384"/>
                  </a:lnTo>
                  <a:lnTo>
                    <a:pt x="1057148" y="573673"/>
                  </a:lnTo>
                  <a:lnTo>
                    <a:pt x="1003723" y="586061"/>
                  </a:lnTo>
                  <a:lnTo>
                    <a:pt x="947699" y="596440"/>
                  </a:lnTo>
                  <a:lnTo>
                    <a:pt x="889322" y="604701"/>
                  </a:lnTo>
                  <a:lnTo>
                    <a:pt x="828842" y="610737"/>
                  </a:lnTo>
                  <a:lnTo>
                    <a:pt x="766507" y="614438"/>
                  </a:lnTo>
                  <a:lnTo>
                    <a:pt x="702564" y="615696"/>
                  </a:lnTo>
                  <a:lnTo>
                    <a:pt x="638620" y="614438"/>
                  </a:lnTo>
                  <a:lnTo>
                    <a:pt x="576285" y="610737"/>
                  </a:lnTo>
                  <a:lnTo>
                    <a:pt x="515805" y="604701"/>
                  </a:lnTo>
                  <a:lnTo>
                    <a:pt x="457428" y="596440"/>
                  </a:lnTo>
                  <a:lnTo>
                    <a:pt x="401404" y="586061"/>
                  </a:lnTo>
                  <a:lnTo>
                    <a:pt x="347980" y="573673"/>
                  </a:lnTo>
                  <a:lnTo>
                    <a:pt x="297403" y="559384"/>
                  </a:lnTo>
                  <a:lnTo>
                    <a:pt x="249923" y="543304"/>
                  </a:lnTo>
                  <a:lnTo>
                    <a:pt x="205787" y="525541"/>
                  </a:lnTo>
                  <a:lnTo>
                    <a:pt x="165244" y="506204"/>
                  </a:lnTo>
                  <a:lnTo>
                    <a:pt x="128541" y="485400"/>
                  </a:lnTo>
                  <a:lnTo>
                    <a:pt x="95927" y="463239"/>
                  </a:lnTo>
                  <a:lnTo>
                    <a:pt x="43957" y="415279"/>
                  </a:lnTo>
                  <a:lnTo>
                    <a:pt x="11320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334504" y="3448557"/>
            <a:ext cx="662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Digitalizar servicios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018404" y="5996813"/>
            <a:ext cx="1411605" cy="622300"/>
            <a:chOff x="5018404" y="5996813"/>
            <a:chExt cx="1411605" cy="622300"/>
          </a:xfrm>
        </p:grpSpPr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21579" y="5999988"/>
              <a:ext cx="1405128" cy="61569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021579" y="5999988"/>
              <a:ext cx="1405255" cy="615950"/>
            </a:xfrm>
            <a:custGeom>
              <a:avLst/>
              <a:gdLst/>
              <a:ahLst/>
              <a:cxnLst/>
              <a:rect l="l" t="t" r="r" b="b"/>
              <a:pathLst>
                <a:path w="1405254" h="615950">
                  <a:moveTo>
                    <a:pt x="0" y="307848"/>
                  </a:moveTo>
                  <a:lnTo>
                    <a:pt x="11320" y="252513"/>
                  </a:lnTo>
                  <a:lnTo>
                    <a:pt x="43957" y="200431"/>
                  </a:lnTo>
                  <a:lnTo>
                    <a:pt x="95927" y="152473"/>
                  </a:lnTo>
                  <a:lnTo>
                    <a:pt x="128541" y="130312"/>
                  </a:lnTo>
                  <a:lnTo>
                    <a:pt x="165244" y="109507"/>
                  </a:lnTo>
                  <a:lnTo>
                    <a:pt x="205787" y="90168"/>
                  </a:lnTo>
                  <a:lnTo>
                    <a:pt x="249923" y="72403"/>
                  </a:lnTo>
                  <a:lnTo>
                    <a:pt x="297403" y="56321"/>
                  </a:lnTo>
                  <a:lnTo>
                    <a:pt x="347980" y="42031"/>
                  </a:lnTo>
                  <a:lnTo>
                    <a:pt x="401404" y="29641"/>
                  </a:lnTo>
                  <a:lnTo>
                    <a:pt x="457428" y="19260"/>
                  </a:lnTo>
                  <a:lnTo>
                    <a:pt x="515805" y="10996"/>
                  </a:lnTo>
                  <a:lnTo>
                    <a:pt x="576285" y="4960"/>
                  </a:lnTo>
                  <a:lnTo>
                    <a:pt x="638620" y="1258"/>
                  </a:lnTo>
                  <a:lnTo>
                    <a:pt x="702564" y="0"/>
                  </a:lnTo>
                  <a:lnTo>
                    <a:pt x="766507" y="1258"/>
                  </a:lnTo>
                  <a:lnTo>
                    <a:pt x="828842" y="4960"/>
                  </a:lnTo>
                  <a:lnTo>
                    <a:pt x="889322" y="10996"/>
                  </a:lnTo>
                  <a:lnTo>
                    <a:pt x="947699" y="19260"/>
                  </a:lnTo>
                  <a:lnTo>
                    <a:pt x="1003723" y="29641"/>
                  </a:lnTo>
                  <a:lnTo>
                    <a:pt x="1057148" y="42031"/>
                  </a:lnTo>
                  <a:lnTo>
                    <a:pt x="1107724" y="56321"/>
                  </a:lnTo>
                  <a:lnTo>
                    <a:pt x="1155204" y="72403"/>
                  </a:lnTo>
                  <a:lnTo>
                    <a:pt x="1199340" y="90168"/>
                  </a:lnTo>
                  <a:lnTo>
                    <a:pt x="1239883" y="109507"/>
                  </a:lnTo>
                  <a:lnTo>
                    <a:pt x="1276586" y="130312"/>
                  </a:lnTo>
                  <a:lnTo>
                    <a:pt x="1309200" y="152473"/>
                  </a:lnTo>
                  <a:lnTo>
                    <a:pt x="1361170" y="200431"/>
                  </a:lnTo>
                  <a:lnTo>
                    <a:pt x="1393807" y="252513"/>
                  </a:lnTo>
                  <a:lnTo>
                    <a:pt x="1405128" y="307848"/>
                  </a:lnTo>
                  <a:lnTo>
                    <a:pt x="1402256" y="335867"/>
                  </a:lnTo>
                  <a:lnTo>
                    <a:pt x="1380029" y="389684"/>
                  </a:lnTo>
                  <a:lnTo>
                    <a:pt x="1337477" y="439813"/>
                  </a:lnTo>
                  <a:lnTo>
                    <a:pt x="1276586" y="485383"/>
                  </a:lnTo>
                  <a:lnTo>
                    <a:pt x="1239883" y="506188"/>
                  </a:lnTo>
                  <a:lnTo>
                    <a:pt x="1199340" y="525527"/>
                  </a:lnTo>
                  <a:lnTo>
                    <a:pt x="1155204" y="543292"/>
                  </a:lnTo>
                  <a:lnTo>
                    <a:pt x="1107724" y="559374"/>
                  </a:lnTo>
                  <a:lnTo>
                    <a:pt x="1057147" y="573664"/>
                  </a:lnTo>
                  <a:lnTo>
                    <a:pt x="1003723" y="586054"/>
                  </a:lnTo>
                  <a:lnTo>
                    <a:pt x="947699" y="596435"/>
                  </a:lnTo>
                  <a:lnTo>
                    <a:pt x="889322" y="604699"/>
                  </a:lnTo>
                  <a:lnTo>
                    <a:pt x="828842" y="610735"/>
                  </a:lnTo>
                  <a:lnTo>
                    <a:pt x="766507" y="614437"/>
                  </a:lnTo>
                  <a:lnTo>
                    <a:pt x="702564" y="615696"/>
                  </a:lnTo>
                  <a:lnTo>
                    <a:pt x="638620" y="614437"/>
                  </a:lnTo>
                  <a:lnTo>
                    <a:pt x="576285" y="610735"/>
                  </a:lnTo>
                  <a:lnTo>
                    <a:pt x="515805" y="604699"/>
                  </a:lnTo>
                  <a:lnTo>
                    <a:pt x="457428" y="596435"/>
                  </a:lnTo>
                  <a:lnTo>
                    <a:pt x="401404" y="586054"/>
                  </a:lnTo>
                  <a:lnTo>
                    <a:pt x="347980" y="573664"/>
                  </a:lnTo>
                  <a:lnTo>
                    <a:pt x="297403" y="559374"/>
                  </a:lnTo>
                  <a:lnTo>
                    <a:pt x="249923" y="543292"/>
                  </a:lnTo>
                  <a:lnTo>
                    <a:pt x="205787" y="525527"/>
                  </a:lnTo>
                  <a:lnTo>
                    <a:pt x="165244" y="506188"/>
                  </a:lnTo>
                  <a:lnTo>
                    <a:pt x="128541" y="485383"/>
                  </a:lnTo>
                  <a:lnTo>
                    <a:pt x="95927" y="463222"/>
                  </a:lnTo>
                  <a:lnTo>
                    <a:pt x="43957" y="415264"/>
                  </a:lnTo>
                  <a:lnTo>
                    <a:pt x="11320" y="36318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362447" y="6105245"/>
            <a:ext cx="725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marR="5080" indent="-7810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Plataforma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datos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563741" y="6010528"/>
            <a:ext cx="1411605" cy="622300"/>
            <a:chOff x="6563741" y="6010528"/>
            <a:chExt cx="1411605" cy="622300"/>
          </a:xfrm>
        </p:grpSpPr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66916" y="6013703"/>
              <a:ext cx="1405127" cy="6156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566916" y="6013703"/>
              <a:ext cx="1405255" cy="615950"/>
            </a:xfrm>
            <a:custGeom>
              <a:avLst/>
              <a:gdLst/>
              <a:ahLst/>
              <a:cxnLst/>
              <a:rect l="l" t="t" r="r" b="b"/>
              <a:pathLst>
                <a:path w="1405254" h="615950">
                  <a:moveTo>
                    <a:pt x="0" y="307848"/>
                  </a:moveTo>
                  <a:lnTo>
                    <a:pt x="11320" y="252513"/>
                  </a:lnTo>
                  <a:lnTo>
                    <a:pt x="43957" y="200431"/>
                  </a:lnTo>
                  <a:lnTo>
                    <a:pt x="95927" y="152473"/>
                  </a:lnTo>
                  <a:lnTo>
                    <a:pt x="128541" y="130312"/>
                  </a:lnTo>
                  <a:lnTo>
                    <a:pt x="165244" y="109507"/>
                  </a:lnTo>
                  <a:lnTo>
                    <a:pt x="205787" y="90168"/>
                  </a:lnTo>
                  <a:lnTo>
                    <a:pt x="249923" y="72403"/>
                  </a:lnTo>
                  <a:lnTo>
                    <a:pt x="297403" y="56321"/>
                  </a:lnTo>
                  <a:lnTo>
                    <a:pt x="347979" y="42031"/>
                  </a:lnTo>
                  <a:lnTo>
                    <a:pt x="401404" y="29641"/>
                  </a:lnTo>
                  <a:lnTo>
                    <a:pt x="457428" y="19260"/>
                  </a:lnTo>
                  <a:lnTo>
                    <a:pt x="515805" y="10996"/>
                  </a:lnTo>
                  <a:lnTo>
                    <a:pt x="576285" y="4960"/>
                  </a:lnTo>
                  <a:lnTo>
                    <a:pt x="638620" y="1258"/>
                  </a:lnTo>
                  <a:lnTo>
                    <a:pt x="702563" y="0"/>
                  </a:lnTo>
                  <a:lnTo>
                    <a:pt x="766507" y="1258"/>
                  </a:lnTo>
                  <a:lnTo>
                    <a:pt x="828842" y="4960"/>
                  </a:lnTo>
                  <a:lnTo>
                    <a:pt x="889322" y="10996"/>
                  </a:lnTo>
                  <a:lnTo>
                    <a:pt x="947699" y="19260"/>
                  </a:lnTo>
                  <a:lnTo>
                    <a:pt x="1003723" y="29641"/>
                  </a:lnTo>
                  <a:lnTo>
                    <a:pt x="1057147" y="42031"/>
                  </a:lnTo>
                  <a:lnTo>
                    <a:pt x="1107724" y="56321"/>
                  </a:lnTo>
                  <a:lnTo>
                    <a:pt x="1155204" y="72403"/>
                  </a:lnTo>
                  <a:lnTo>
                    <a:pt x="1199340" y="90168"/>
                  </a:lnTo>
                  <a:lnTo>
                    <a:pt x="1239883" y="109507"/>
                  </a:lnTo>
                  <a:lnTo>
                    <a:pt x="1276586" y="130312"/>
                  </a:lnTo>
                  <a:lnTo>
                    <a:pt x="1309200" y="152473"/>
                  </a:lnTo>
                  <a:lnTo>
                    <a:pt x="1361170" y="200431"/>
                  </a:lnTo>
                  <a:lnTo>
                    <a:pt x="1393807" y="252513"/>
                  </a:lnTo>
                  <a:lnTo>
                    <a:pt x="1405127" y="307848"/>
                  </a:lnTo>
                  <a:lnTo>
                    <a:pt x="1402256" y="335867"/>
                  </a:lnTo>
                  <a:lnTo>
                    <a:pt x="1380029" y="389684"/>
                  </a:lnTo>
                  <a:lnTo>
                    <a:pt x="1337477" y="439813"/>
                  </a:lnTo>
                  <a:lnTo>
                    <a:pt x="1276586" y="485383"/>
                  </a:lnTo>
                  <a:lnTo>
                    <a:pt x="1239883" y="506188"/>
                  </a:lnTo>
                  <a:lnTo>
                    <a:pt x="1199340" y="525527"/>
                  </a:lnTo>
                  <a:lnTo>
                    <a:pt x="1155204" y="543292"/>
                  </a:lnTo>
                  <a:lnTo>
                    <a:pt x="1107724" y="559374"/>
                  </a:lnTo>
                  <a:lnTo>
                    <a:pt x="1057147" y="573664"/>
                  </a:lnTo>
                  <a:lnTo>
                    <a:pt x="1003723" y="586054"/>
                  </a:lnTo>
                  <a:lnTo>
                    <a:pt x="947699" y="596435"/>
                  </a:lnTo>
                  <a:lnTo>
                    <a:pt x="889322" y="604699"/>
                  </a:lnTo>
                  <a:lnTo>
                    <a:pt x="828842" y="610735"/>
                  </a:lnTo>
                  <a:lnTo>
                    <a:pt x="766507" y="614437"/>
                  </a:lnTo>
                  <a:lnTo>
                    <a:pt x="702563" y="615696"/>
                  </a:lnTo>
                  <a:lnTo>
                    <a:pt x="638620" y="614437"/>
                  </a:lnTo>
                  <a:lnTo>
                    <a:pt x="576285" y="610735"/>
                  </a:lnTo>
                  <a:lnTo>
                    <a:pt x="515805" y="604699"/>
                  </a:lnTo>
                  <a:lnTo>
                    <a:pt x="457428" y="596435"/>
                  </a:lnTo>
                  <a:lnTo>
                    <a:pt x="401404" y="586054"/>
                  </a:lnTo>
                  <a:lnTo>
                    <a:pt x="347980" y="573664"/>
                  </a:lnTo>
                  <a:lnTo>
                    <a:pt x="297403" y="559374"/>
                  </a:lnTo>
                  <a:lnTo>
                    <a:pt x="249923" y="543292"/>
                  </a:lnTo>
                  <a:lnTo>
                    <a:pt x="205787" y="525527"/>
                  </a:lnTo>
                  <a:lnTo>
                    <a:pt x="165244" y="506188"/>
                  </a:lnTo>
                  <a:lnTo>
                    <a:pt x="128541" y="485383"/>
                  </a:lnTo>
                  <a:lnTo>
                    <a:pt x="95927" y="463222"/>
                  </a:lnTo>
                  <a:lnTo>
                    <a:pt x="43957" y="415264"/>
                  </a:lnTo>
                  <a:lnTo>
                    <a:pt x="11320" y="36318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862318" y="6118047"/>
            <a:ext cx="814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Gobierno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35" dirty="0">
                <a:latin typeface="Calibri"/>
                <a:cs typeface="Calibri"/>
              </a:rPr>
              <a:t>de </a:t>
            </a:r>
            <a:r>
              <a:rPr sz="1200" b="1" dirty="0">
                <a:latin typeface="Calibri"/>
                <a:cs typeface="Calibri"/>
              </a:rPr>
              <a:t>los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datos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795142" y="2334641"/>
            <a:ext cx="5794375" cy="2521585"/>
            <a:chOff x="2795142" y="2334641"/>
            <a:chExt cx="5794375" cy="2521585"/>
          </a:xfrm>
        </p:grpSpPr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5142" y="4234052"/>
              <a:ext cx="1482217" cy="6217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82611" y="2337816"/>
              <a:ext cx="1403604" cy="61569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182611" y="2337816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4" h="615950">
                  <a:moveTo>
                    <a:pt x="0" y="307848"/>
                  </a:moveTo>
                  <a:lnTo>
                    <a:pt x="11306" y="252503"/>
                  </a:lnTo>
                  <a:lnTo>
                    <a:pt x="43905" y="200416"/>
                  </a:lnTo>
                  <a:lnTo>
                    <a:pt x="95814" y="152456"/>
                  </a:lnTo>
                  <a:lnTo>
                    <a:pt x="128390" y="130295"/>
                  </a:lnTo>
                  <a:lnTo>
                    <a:pt x="165051" y="109491"/>
                  </a:lnTo>
                  <a:lnTo>
                    <a:pt x="205549" y="90154"/>
                  </a:lnTo>
                  <a:lnTo>
                    <a:pt x="249636" y="72391"/>
                  </a:lnTo>
                  <a:lnTo>
                    <a:pt x="297063" y="56311"/>
                  </a:lnTo>
                  <a:lnTo>
                    <a:pt x="347584" y="42022"/>
                  </a:lnTo>
                  <a:lnTo>
                    <a:pt x="400951" y="29634"/>
                  </a:lnTo>
                  <a:lnTo>
                    <a:pt x="456916" y="19255"/>
                  </a:lnTo>
                  <a:lnTo>
                    <a:pt x="515231" y="10994"/>
                  </a:lnTo>
                  <a:lnTo>
                    <a:pt x="575649" y="4958"/>
                  </a:lnTo>
                  <a:lnTo>
                    <a:pt x="637922" y="1257"/>
                  </a:lnTo>
                  <a:lnTo>
                    <a:pt x="701802" y="0"/>
                  </a:lnTo>
                  <a:lnTo>
                    <a:pt x="765681" y="1257"/>
                  </a:lnTo>
                  <a:lnTo>
                    <a:pt x="827954" y="4958"/>
                  </a:lnTo>
                  <a:lnTo>
                    <a:pt x="888372" y="10994"/>
                  </a:lnTo>
                  <a:lnTo>
                    <a:pt x="946687" y="19255"/>
                  </a:lnTo>
                  <a:lnTo>
                    <a:pt x="1002652" y="29634"/>
                  </a:lnTo>
                  <a:lnTo>
                    <a:pt x="1056019" y="42022"/>
                  </a:lnTo>
                  <a:lnTo>
                    <a:pt x="1106540" y="56311"/>
                  </a:lnTo>
                  <a:lnTo>
                    <a:pt x="1153967" y="72391"/>
                  </a:lnTo>
                  <a:lnTo>
                    <a:pt x="1198054" y="90154"/>
                  </a:lnTo>
                  <a:lnTo>
                    <a:pt x="1238552" y="109491"/>
                  </a:lnTo>
                  <a:lnTo>
                    <a:pt x="1275213" y="130295"/>
                  </a:lnTo>
                  <a:lnTo>
                    <a:pt x="1307789" y="152456"/>
                  </a:lnTo>
                  <a:lnTo>
                    <a:pt x="1359698" y="200416"/>
                  </a:lnTo>
                  <a:lnTo>
                    <a:pt x="1392297" y="252503"/>
                  </a:lnTo>
                  <a:lnTo>
                    <a:pt x="1403604" y="307848"/>
                  </a:lnTo>
                  <a:lnTo>
                    <a:pt x="1400736" y="335873"/>
                  </a:lnTo>
                  <a:lnTo>
                    <a:pt x="1378535" y="389697"/>
                  </a:lnTo>
                  <a:lnTo>
                    <a:pt x="1336033" y="439829"/>
                  </a:lnTo>
                  <a:lnTo>
                    <a:pt x="1275213" y="485400"/>
                  </a:lnTo>
                  <a:lnTo>
                    <a:pt x="1238552" y="506204"/>
                  </a:lnTo>
                  <a:lnTo>
                    <a:pt x="1198054" y="525541"/>
                  </a:lnTo>
                  <a:lnTo>
                    <a:pt x="1153967" y="543304"/>
                  </a:lnTo>
                  <a:lnTo>
                    <a:pt x="1106540" y="559384"/>
                  </a:lnTo>
                  <a:lnTo>
                    <a:pt x="1056019" y="573673"/>
                  </a:lnTo>
                  <a:lnTo>
                    <a:pt x="1002652" y="586061"/>
                  </a:lnTo>
                  <a:lnTo>
                    <a:pt x="946687" y="596440"/>
                  </a:lnTo>
                  <a:lnTo>
                    <a:pt x="888372" y="604701"/>
                  </a:lnTo>
                  <a:lnTo>
                    <a:pt x="827954" y="610737"/>
                  </a:lnTo>
                  <a:lnTo>
                    <a:pt x="765681" y="614438"/>
                  </a:lnTo>
                  <a:lnTo>
                    <a:pt x="701802" y="615696"/>
                  </a:lnTo>
                  <a:lnTo>
                    <a:pt x="637922" y="614438"/>
                  </a:lnTo>
                  <a:lnTo>
                    <a:pt x="575649" y="610737"/>
                  </a:lnTo>
                  <a:lnTo>
                    <a:pt x="515231" y="604701"/>
                  </a:lnTo>
                  <a:lnTo>
                    <a:pt x="456916" y="596440"/>
                  </a:lnTo>
                  <a:lnTo>
                    <a:pt x="400951" y="586061"/>
                  </a:lnTo>
                  <a:lnTo>
                    <a:pt x="347584" y="573673"/>
                  </a:lnTo>
                  <a:lnTo>
                    <a:pt x="297063" y="559384"/>
                  </a:lnTo>
                  <a:lnTo>
                    <a:pt x="249636" y="543304"/>
                  </a:lnTo>
                  <a:lnTo>
                    <a:pt x="205549" y="525541"/>
                  </a:lnTo>
                  <a:lnTo>
                    <a:pt x="165051" y="506204"/>
                  </a:lnTo>
                  <a:lnTo>
                    <a:pt x="128390" y="485400"/>
                  </a:lnTo>
                  <a:lnTo>
                    <a:pt x="95814" y="463239"/>
                  </a:lnTo>
                  <a:lnTo>
                    <a:pt x="43905" y="415279"/>
                  </a:lnTo>
                  <a:lnTo>
                    <a:pt x="11306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8018" y="2441828"/>
            <a:ext cx="734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Cuadros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mando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239128" y="4227448"/>
            <a:ext cx="1410335" cy="622300"/>
            <a:chOff x="6239128" y="4227448"/>
            <a:chExt cx="1410335" cy="622300"/>
          </a:xfrm>
        </p:grpSpPr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42303" y="4230623"/>
              <a:ext cx="1403603" cy="61569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242303" y="4230623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4" h="615950">
                  <a:moveTo>
                    <a:pt x="0" y="307848"/>
                  </a:moveTo>
                  <a:lnTo>
                    <a:pt x="11306" y="252503"/>
                  </a:lnTo>
                  <a:lnTo>
                    <a:pt x="43905" y="200416"/>
                  </a:lnTo>
                  <a:lnTo>
                    <a:pt x="95814" y="152456"/>
                  </a:lnTo>
                  <a:lnTo>
                    <a:pt x="128390" y="130295"/>
                  </a:lnTo>
                  <a:lnTo>
                    <a:pt x="165051" y="109491"/>
                  </a:lnTo>
                  <a:lnTo>
                    <a:pt x="205549" y="90154"/>
                  </a:lnTo>
                  <a:lnTo>
                    <a:pt x="249636" y="72391"/>
                  </a:lnTo>
                  <a:lnTo>
                    <a:pt x="297063" y="56311"/>
                  </a:lnTo>
                  <a:lnTo>
                    <a:pt x="347584" y="42022"/>
                  </a:lnTo>
                  <a:lnTo>
                    <a:pt x="400951" y="29634"/>
                  </a:lnTo>
                  <a:lnTo>
                    <a:pt x="456916" y="19255"/>
                  </a:lnTo>
                  <a:lnTo>
                    <a:pt x="515231" y="10994"/>
                  </a:lnTo>
                  <a:lnTo>
                    <a:pt x="575649" y="4958"/>
                  </a:lnTo>
                  <a:lnTo>
                    <a:pt x="637922" y="1257"/>
                  </a:lnTo>
                  <a:lnTo>
                    <a:pt x="701801" y="0"/>
                  </a:lnTo>
                  <a:lnTo>
                    <a:pt x="765681" y="1257"/>
                  </a:lnTo>
                  <a:lnTo>
                    <a:pt x="827954" y="4958"/>
                  </a:lnTo>
                  <a:lnTo>
                    <a:pt x="888372" y="10994"/>
                  </a:lnTo>
                  <a:lnTo>
                    <a:pt x="946687" y="19255"/>
                  </a:lnTo>
                  <a:lnTo>
                    <a:pt x="1002652" y="29634"/>
                  </a:lnTo>
                  <a:lnTo>
                    <a:pt x="1056019" y="42022"/>
                  </a:lnTo>
                  <a:lnTo>
                    <a:pt x="1106540" y="56311"/>
                  </a:lnTo>
                  <a:lnTo>
                    <a:pt x="1153967" y="72391"/>
                  </a:lnTo>
                  <a:lnTo>
                    <a:pt x="1198054" y="90154"/>
                  </a:lnTo>
                  <a:lnTo>
                    <a:pt x="1238552" y="109491"/>
                  </a:lnTo>
                  <a:lnTo>
                    <a:pt x="1275213" y="130295"/>
                  </a:lnTo>
                  <a:lnTo>
                    <a:pt x="1307789" y="152456"/>
                  </a:lnTo>
                  <a:lnTo>
                    <a:pt x="1359698" y="200416"/>
                  </a:lnTo>
                  <a:lnTo>
                    <a:pt x="1392297" y="252503"/>
                  </a:lnTo>
                  <a:lnTo>
                    <a:pt x="1403603" y="307848"/>
                  </a:lnTo>
                  <a:lnTo>
                    <a:pt x="1400736" y="335873"/>
                  </a:lnTo>
                  <a:lnTo>
                    <a:pt x="1378535" y="389697"/>
                  </a:lnTo>
                  <a:lnTo>
                    <a:pt x="1336033" y="439829"/>
                  </a:lnTo>
                  <a:lnTo>
                    <a:pt x="1275213" y="485400"/>
                  </a:lnTo>
                  <a:lnTo>
                    <a:pt x="1238552" y="506204"/>
                  </a:lnTo>
                  <a:lnTo>
                    <a:pt x="1198054" y="525541"/>
                  </a:lnTo>
                  <a:lnTo>
                    <a:pt x="1153967" y="543304"/>
                  </a:lnTo>
                  <a:lnTo>
                    <a:pt x="1106540" y="559384"/>
                  </a:lnTo>
                  <a:lnTo>
                    <a:pt x="1056019" y="573673"/>
                  </a:lnTo>
                  <a:lnTo>
                    <a:pt x="1002652" y="586061"/>
                  </a:lnTo>
                  <a:lnTo>
                    <a:pt x="946687" y="596440"/>
                  </a:lnTo>
                  <a:lnTo>
                    <a:pt x="888372" y="604701"/>
                  </a:lnTo>
                  <a:lnTo>
                    <a:pt x="827954" y="610737"/>
                  </a:lnTo>
                  <a:lnTo>
                    <a:pt x="765681" y="614438"/>
                  </a:lnTo>
                  <a:lnTo>
                    <a:pt x="701801" y="615695"/>
                  </a:lnTo>
                  <a:lnTo>
                    <a:pt x="637922" y="614438"/>
                  </a:lnTo>
                  <a:lnTo>
                    <a:pt x="575649" y="610737"/>
                  </a:lnTo>
                  <a:lnTo>
                    <a:pt x="515231" y="604701"/>
                  </a:lnTo>
                  <a:lnTo>
                    <a:pt x="456916" y="596440"/>
                  </a:lnTo>
                  <a:lnTo>
                    <a:pt x="400951" y="586061"/>
                  </a:lnTo>
                  <a:lnTo>
                    <a:pt x="347584" y="573673"/>
                  </a:lnTo>
                  <a:lnTo>
                    <a:pt x="297063" y="559384"/>
                  </a:lnTo>
                  <a:lnTo>
                    <a:pt x="249636" y="543304"/>
                  </a:lnTo>
                  <a:lnTo>
                    <a:pt x="205549" y="525541"/>
                  </a:lnTo>
                  <a:lnTo>
                    <a:pt x="165051" y="506204"/>
                  </a:lnTo>
                  <a:lnTo>
                    <a:pt x="128390" y="485400"/>
                  </a:lnTo>
                  <a:lnTo>
                    <a:pt x="95814" y="463239"/>
                  </a:lnTo>
                  <a:lnTo>
                    <a:pt x="43905" y="415279"/>
                  </a:lnTo>
                  <a:lnTo>
                    <a:pt x="11306" y="36319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645020" y="4334382"/>
            <a:ext cx="600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Data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a </a:t>
            </a:r>
            <a:r>
              <a:rPr sz="1200" b="1" spc="-10" dirty="0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2203576" y="1225169"/>
            <a:ext cx="5461635" cy="4886325"/>
            <a:chOff x="2203576" y="1225169"/>
            <a:chExt cx="5461635" cy="4886325"/>
          </a:xfrm>
        </p:grpSpPr>
        <p:sp>
          <p:nvSpPr>
            <p:cNvPr id="59" name="object 59"/>
            <p:cNvSpPr/>
            <p:nvPr/>
          </p:nvSpPr>
          <p:spPr>
            <a:xfrm>
              <a:off x="3218688" y="2859658"/>
              <a:ext cx="4446270" cy="3251835"/>
            </a:xfrm>
            <a:custGeom>
              <a:avLst/>
              <a:gdLst/>
              <a:ahLst/>
              <a:cxnLst/>
              <a:rect l="l" t="t" r="r" b="b"/>
              <a:pathLst>
                <a:path w="4446270" h="3251835">
                  <a:moveTo>
                    <a:pt x="1513713" y="1116457"/>
                  </a:moveTo>
                  <a:lnTo>
                    <a:pt x="1431036" y="1095502"/>
                  </a:lnTo>
                  <a:lnTo>
                    <a:pt x="1437525" y="1125029"/>
                  </a:lnTo>
                  <a:lnTo>
                    <a:pt x="325043" y="1368780"/>
                  </a:lnTo>
                  <a:lnTo>
                    <a:pt x="65112" y="1167511"/>
                  </a:lnTo>
                  <a:lnTo>
                    <a:pt x="71094" y="1159764"/>
                  </a:lnTo>
                  <a:lnTo>
                    <a:pt x="83553" y="1143635"/>
                  </a:lnTo>
                  <a:lnTo>
                    <a:pt x="0" y="1127125"/>
                  </a:lnTo>
                  <a:lnTo>
                    <a:pt x="36957" y="1203960"/>
                  </a:lnTo>
                  <a:lnTo>
                    <a:pt x="55372" y="1180122"/>
                  </a:lnTo>
                  <a:lnTo>
                    <a:pt x="318262" y="1383665"/>
                  </a:lnTo>
                  <a:lnTo>
                    <a:pt x="323100" y="1377429"/>
                  </a:lnTo>
                  <a:lnTo>
                    <a:pt x="324739" y="1385062"/>
                  </a:lnTo>
                  <a:lnTo>
                    <a:pt x="1440942" y="1140523"/>
                  </a:lnTo>
                  <a:lnTo>
                    <a:pt x="1447419" y="1169924"/>
                  </a:lnTo>
                  <a:lnTo>
                    <a:pt x="1506461" y="1122299"/>
                  </a:lnTo>
                  <a:lnTo>
                    <a:pt x="1513713" y="1116457"/>
                  </a:lnTo>
                  <a:close/>
                </a:path>
                <a:path w="4446270" h="3251835">
                  <a:moveTo>
                    <a:pt x="2013966" y="3224415"/>
                  </a:moveTo>
                  <a:lnTo>
                    <a:pt x="378688" y="2031238"/>
                  </a:lnTo>
                  <a:lnTo>
                    <a:pt x="384162" y="2023745"/>
                  </a:lnTo>
                  <a:lnTo>
                    <a:pt x="396494" y="2006854"/>
                  </a:lnTo>
                  <a:lnTo>
                    <a:pt x="312420" y="1992757"/>
                  </a:lnTo>
                  <a:lnTo>
                    <a:pt x="306705" y="2077720"/>
                  </a:lnTo>
                  <a:lnTo>
                    <a:pt x="334581" y="2066048"/>
                  </a:lnTo>
                  <a:lnTo>
                    <a:pt x="790575" y="3153651"/>
                  </a:lnTo>
                  <a:lnTo>
                    <a:pt x="805180" y="3147504"/>
                  </a:lnTo>
                  <a:lnTo>
                    <a:pt x="352298" y="2067394"/>
                  </a:lnTo>
                  <a:lnTo>
                    <a:pt x="361518" y="2054771"/>
                  </a:lnTo>
                  <a:lnTo>
                    <a:pt x="375767" y="2048802"/>
                  </a:lnTo>
                  <a:lnTo>
                    <a:pt x="2004695" y="3237230"/>
                  </a:lnTo>
                  <a:lnTo>
                    <a:pt x="2013966" y="3224415"/>
                  </a:lnTo>
                  <a:close/>
                </a:path>
                <a:path w="4446270" h="3251835">
                  <a:moveTo>
                    <a:pt x="2065782" y="2288921"/>
                  </a:moveTo>
                  <a:lnTo>
                    <a:pt x="910221" y="1927199"/>
                  </a:lnTo>
                  <a:lnTo>
                    <a:pt x="911402" y="1923415"/>
                  </a:lnTo>
                  <a:lnTo>
                    <a:pt x="919226" y="1898396"/>
                  </a:lnTo>
                  <a:lnTo>
                    <a:pt x="835152" y="1911985"/>
                  </a:lnTo>
                  <a:lnTo>
                    <a:pt x="896493" y="1971167"/>
                  </a:lnTo>
                  <a:lnTo>
                    <a:pt x="905497" y="1942350"/>
                  </a:lnTo>
                  <a:lnTo>
                    <a:pt x="2060956" y="2304034"/>
                  </a:lnTo>
                  <a:lnTo>
                    <a:pt x="2065782" y="2288921"/>
                  </a:lnTo>
                  <a:close/>
                </a:path>
                <a:path w="4446270" h="3251835">
                  <a:moveTo>
                    <a:pt x="2584831" y="2903347"/>
                  </a:moveTo>
                  <a:lnTo>
                    <a:pt x="2578658" y="2883065"/>
                  </a:lnTo>
                  <a:lnTo>
                    <a:pt x="2560066" y="2821813"/>
                  </a:lnTo>
                  <a:lnTo>
                    <a:pt x="2509647" y="2890494"/>
                  </a:lnTo>
                  <a:lnTo>
                    <a:pt x="2539377" y="2895587"/>
                  </a:lnTo>
                  <a:lnTo>
                    <a:pt x="2497582" y="3139440"/>
                  </a:lnTo>
                  <a:lnTo>
                    <a:pt x="2513330" y="3142119"/>
                  </a:lnTo>
                  <a:lnTo>
                    <a:pt x="2554998" y="2898254"/>
                  </a:lnTo>
                  <a:lnTo>
                    <a:pt x="2584831" y="2903347"/>
                  </a:lnTo>
                  <a:close/>
                </a:path>
                <a:path w="4446270" h="3251835">
                  <a:moveTo>
                    <a:pt x="4059174" y="3152394"/>
                  </a:moveTo>
                  <a:lnTo>
                    <a:pt x="3754209" y="2057895"/>
                  </a:lnTo>
                  <a:lnTo>
                    <a:pt x="3783330" y="2049780"/>
                  </a:lnTo>
                  <a:lnTo>
                    <a:pt x="3779647" y="2045716"/>
                  </a:lnTo>
                  <a:lnTo>
                    <a:pt x="3726180" y="1986661"/>
                  </a:lnTo>
                  <a:lnTo>
                    <a:pt x="3725799" y="1988616"/>
                  </a:lnTo>
                  <a:lnTo>
                    <a:pt x="3725926" y="1986661"/>
                  </a:lnTo>
                  <a:lnTo>
                    <a:pt x="3654679" y="2033397"/>
                  </a:lnTo>
                  <a:lnTo>
                    <a:pt x="3680701" y="2048522"/>
                  </a:lnTo>
                  <a:lnTo>
                    <a:pt x="3102533" y="3043390"/>
                  </a:lnTo>
                  <a:lnTo>
                    <a:pt x="2633599" y="2844279"/>
                  </a:lnTo>
                  <a:lnTo>
                    <a:pt x="2635707" y="2839313"/>
                  </a:lnTo>
                  <a:lnTo>
                    <a:pt x="2645410" y="2816517"/>
                  </a:lnTo>
                  <a:lnTo>
                    <a:pt x="2560320" y="2821813"/>
                  </a:lnTo>
                  <a:lnTo>
                    <a:pt x="2615565" y="2886659"/>
                  </a:lnTo>
                  <a:lnTo>
                    <a:pt x="2627376" y="2858897"/>
                  </a:lnTo>
                  <a:lnTo>
                    <a:pt x="3094507" y="3057207"/>
                  </a:lnTo>
                  <a:lnTo>
                    <a:pt x="2995422" y="3227705"/>
                  </a:lnTo>
                  <a:lnTo>
                    <a:pt x="3009138" y="3235680"/>
                  </a:lnTo>
                  <a:lnTo>
                    <a:pt x="3109226" y="3063456"/>
                  </a:lnTo>
                  <a:lnTo>
                    <a:pt x="3551555" y="3251225"/>
                  </a:lnTo>
                  <a:lnTo>
                    <a:pt x="3557651" y="3236607"/>
                  </a:lnTo>
                  <a:lnTo>
                    <a:pt x="3117253" y="3049638"/>
                  </a:lnTo>
                  <a:lnTo>
                    <a:pt x="3694430" y="2056511"/>
                  </a:lnTo>
                  <a:lnTo>
                    <a:pt x="3710736" y="2065985"/>
                  </a:lnTo>
                  <a:lnTo>
                    <a:pt x="3709924" y="2070227"/>
                  </a:lnTo>
                  <a:lnTo>
                    <a:pt x="3715410" y="2068703"/>
                  </a:lnTo>
                  <a:lnTo>
                    <a:pt x="3720465" y="2071624"/>
                  </a:lnTo>
                  <a:lnTo>
                    <a:pt x="3720744" y="2067217"/>
                  </a:lnTo>
                  <a:lnTo>
                    <a:pt x="3738981" y="2062137"/>
                  </a:lnTo>
                  <a:lnTo>
                    <a:pt x="4043807" y="3156648"/>
                  </a:lnTo>
                  <a:lnTo>
                    <a:pt x="4059174" y="3152394"/>
                  </a:lnTo>
                  <a:close/>
                </a:path>
                <a:path w="4446270" h="3251835">
                  <a:moveTo>
                    <a:pt x="4168521" y="3937"/>
                  </a:moveTo>
                  <a:lnTo>
                    <a:pt x="4083431" y="0"/>
                  </a:lnTo>
                  <a:lnTo>
                    <a:pt x="4095623" y="27520"/>
                  </a:lnTo>
                  <a:lnTo>
                    <a:pt x="839597" y="1469390"/>
                  </a:lnTo>
                  <a:lnTo>
                    <a:pt x="845947" y="1483995"/>
                  </a:lnTo>
                  <a:lnTo>
                    <a:pt x="4102087" y="42087"/>
                  </a:lnTo>
                  <a:lnTo>
                    <a:pt x="4114292" y="69596"/>
                  </a:lnTo>
                  <a:lnTo>
                    <a:pt x="4153306" y="22352"/>
                  </a:lnTo>
                  <a:lnTo>
                    <a:pt x="4168521" y="3937"/>
                  </a:lnTo>
                  <a:close/>
                </a:path>
                <a:path w="4446270" h="3251835">
                  <a:moveTo>
                    <a:pt x="4446016" y="1101217"/>
                  </a:moveTo>
                  <a:lnTo>
                    <a:pt x="4361307" y="1092327"/>
                  </a:lnTo>
                  <a:lnTo>
                    <a:pt x="4371886" y="1120533"/>
                  </a:lnTo>
                  <a:lnTo>
                    <a:pt x="3725888" y="1362671"/>
                  </a:lnTo>
                  <a:lnTo>
                    <a:pt x="3070606" y="1128483"/>
                  </a:lnTo>
                  <a:lnTo>
                    <a:pt x="3072130" y="1124204"/>
                  </a:lnTo>
                  <a:lnTo>
                    <a:pt x="3080766" y="1100074"/>
                  </a:lnTo>
                  <a:lnTo>
                    <a:pt x="2996184" y="1110361"/>
                  </a:lnTo>
                  <a:lnTo>
                    <a:pt x="3055112" y="1171829"/>
                  </a:lnTo>
                  <a:lnTo>
                    <a:pt x="3065246" y="1143457"/>
                  </a:lnTo>
                  <a:lnTo>
                    <a:pt x="3722116" y="1378077"/>
                  </a:lnTo>
                  <a:lnTo>
                    <a:pt x="3725392" y="1368945"/>
                  </a:lnTo>
                  <a:lnTo>
                    <a:pt x="3728974" y="1378458"/>
                  </a:lnTo>
                  <a:lnTo>
                    <a:pt x="4377474" y="1135405"/>
                  </a:lnTo>
                  <a:lnTo>
                    <a:pt x="4388104" y="1163701"/>
                  </a:lnTo>
                  <a:lnTo>
                    <a:pt x="4432236" y="1116076"/>
                  </a:lnTo>
                  <a:lnTo>
                    <a:pt x="4446016" y="110121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6751" y="1228344"/>
              <a:ext cx="1260348" cy="61417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206751" y="1228344"/>
              <a:ext cx="1260475" cy="614680"/>
            </a:xfrm>
            <a:custGeom>
              <a:avLst/>
              <a:gdLst/>
              <a:ahLst/>
              <a:cxnLst/>
              <a:rect l="l" t="t" r="r" b="b"/>
              <a:pathLst>
                <a:path w="1260475" h="614680">
                  <a:moveTo>
                    <a:pt x="0" y="307085"/>
                  </a:moveTo>
                  <a:lnTo>
                    <a:pt x="12805" y="245212"/>
                  </a:lnTo>
                  <a:lnTo>
                    <a:pt x="49530" y="187577"/>
                  </a:lnTo>
                  <a:lnTo>
                    <a:pt x="107638" y="135414"/>
                  </a:lnTo>
                  <a:lnTo>
                    <a:pt x="143919" y="111773"/>
                  </a:lnTo>
                  <a:lnTo>
                    <a:pt x="184594" y="89963"/>
                  </a:lnTo>
                  <a:lnTo>
                    <a:pt x="229347" y="70140"/>
                  </a:lnTo>
                  <a:lnTo>
                    <a:pt x="277862" y="52459"/>
                  </a:lnTo>
                  <a:lnTo>
                    <a:pt x="329820" y="37074"/>
                  </a:lnTo>
                  <a:lnTo>
                    <a:pt x="384905" y="24139"/>
                  </a:lnTo>
                  <a:lnTo>
                    <a:pt x="442800" y="13810"/>
                  </a:lnTo>
                  <a:lnTo>
                    <a:pt x="503187" y="6241"/>
                  </a:lnTo>
                  <a:lnTo>
                    <a:pt x="565751" y="1586"/>
                  </a:lnTo>
                  <a:lnTo>
                    <a:pt x="630174" y="0"/>
                  </a:lnTo>
                  <a:lnTo>
                    <a:pt x="694596" y="1586"/>
                  </a:lnTo>
                  <a:lnTo>
                    <a:pt x="757160" y="6241"/>
                  </a:lnTo>
                  <a:lnTo>
                    <a:pt x="817547" y="13810"/>
                  </a:lnTo>
                  <a:lnTo>
                    <a:pt x="875442" y="24139"/>
                  </a:lnTo>
                  <a:lnTo>
                    <a:pt x="930527" y="37074"/>
                  </a:lnTo>
                  <a:lnTo>
                    <a:pt x="982485" y="52459"/>
                  </a:lnTo>
                  <a:lnTo>
                    <a:pt x="1031000" y="70140"/>
                  </a:lnTo>
                  <a:lnTo>
                    <a:pt x="1075753" y="89963"/>
                  </a:lnTo>
                  <a:lnTo>
                    <a:pt x="1116428" y="111773"/>
                  </a:lnTo>
                  <a:lnTo>
                    <a:pt x="1152709" y="135414"/>
                  </a:lnTo>
                  <a:lnTo>
                    <a:pt x="1184278" y="160734"/>
                  </a:lnTo>
                  <a:lnTo>
                    <a:pt x="1232011" y="215788"/>
                  </a:lnTo>
                  <a:lnTo>
                    <a:pt x="1257093" y="275697"/>
                  </a:lnTo>
                  <a:lnTo>
                    <a:pt x="1260348" y="307085"/>
                  </a:lnTo>
                  <a:lnTo>
                    <a:pt x="1257093" y="338474"/>
                  </a:lnTo>
                  <a:lnTo>
                    <a:pt x="1232011" y="398383"/>
                  </a:lnTo>
                  <a:lnTo>
                    <a:pt x="1184278" y="453437"/>
                  </a:lnTo>
                  <a:lnTo>
                    <a:pt x="1152709" y="478757"/>
                  </a:lnTo>
                  <a:lnTo>
                    <a:pt x="1116428" y="502398"/>
                  </a:lnTo>
                  <a:lnTo>
                    <a:pt x="1075753" y="524208"/>
                  </a:lnTo>
                  <a:lnTo>
                    <a:pt x="1031000" y="544031"/>
                  </a:lnTo>
                  <a:lnTo>
                    <a:pt x="982485" y="561712"/>
                  </a:lnTo>
                  <a:lnTo>
                    <a:pt x="930527" y="577097"/>
                  </a:lnTo>
                  <a:lnTo>
                    <a:pt x="875442" y="590032"/>
                  </a:lnTo>
                  <a:lnTo>
                    <a:pt x="817547" y="600361"/>
                  </a:lnTo>
                  <a:lnTo>
                    <a:pt x="757160" y="607930"/>
                  </a:lnTo>
                  <a:lnTo>
                    <a:pt x="694596" y="612585"/>
                  </a:lnTo>
                  <a:lnTo>
                    <a:pt x="630174" y="614171"/>
                  </a:lnTo>
                  <a:lnTo>
                    <a:pt x="565751" y="612585"/>
                  </a:lnTo>
                  <a:lnTo>
                    <a:pt x="503187" y="607930"/>
                  </a:lnTo>
                  <a:lnTo>
                    <a:pt x="442800" y="600361"/>
                  </a:lnTo>
                  <a:lnTo>
                    <a:pt x="384905" y="590032"/>
                  </a:lnTo>
                  <a:lnTo>
                    <a:pt x="329820" y="577097"/>
                  </a:lnTo>
                  <a:lnTo>
                    <a:pt x="277862" y="561712"/>
                  </a:lnTo>
                  <a:lnTo>
                    <a:pt x="229347" y="544031"/>
                  </a:lnTo>
                  <a:lnTo>
                    <a:pt x="184594" y="524208"/>
                  </a:lnTo>
                  <a:lnTo>
                    <a:pt x="143919" y="502398"/>
                  </a:lnTo>
                  <a:lnTo>
                    <a:pt x="107638" y="478757"/>
                  </a:lnTo>
                  <a:lnTo>
                    <a:pt x="76069" y="453437"/>
                  </a:lnTo>
                  <a:lnTo>
                    <a:pt x="28336" y="398383"/>
                  </a:lnTo>
                  <a:lnTo>
                    <a:pt x="3254" y="338474"/>
                  </a:lnTo>
                  <a:lnTo>
                    <a:pt x="0" y="307085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510408" y="1331214"/>
            <a:ext cx="65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66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Reducir</a:t>
            </a:r>
            <a:r>
              <a:rPr sz="1200" b="1" spc="-5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el </a:t>
            </a:r>
            <a:r>
              <a:rPr sz="1200" b="1" spc="-10" dirty="0">
                <a:latin typeface="Calibri"/>
                <a:cs typeface="Calibri"/>
              </a:rPr>
              <a:t>fraude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492880" y="1238885"/>
            <a:ext cx="1373505" cy="622300"/>
            <a:chOff x="3492880" y="1238885"/>
            <a:chExt cx="1373505" cy="622300"/>
          </a:xfrm>
        </p:grpSpPr>
        <p:pic>
          <p:nvPicPr>
            <p:cNvPr id="64" name="object 6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96055" y="1242060"/>
              <a:ext cx="1367028" cy="61569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496055" y="1242060"/>
              <a:ext cx="1367155" cy="615950"/>
            </a:xfrm>
            <a:custGeom>
              <a:avLst/>
              <a:gdLst/>
              <a:ahLst/>
              <a:cxnLst/>
              <a:rect l="l" t="t" r="r" b="b"/>
              <a:pathLst>
                <a:path w="1367154" h="615950">
                  <a:moveTo>
                    <a:pt x="0" y="307848"/>
                  </a:moveTo>
                  <a:lnTo>
                    <a:pt x="12326" y="249340"/>
                  </a:lnTo>
                  <a:lnTo>
                    <a:pt x="47777" y="194543"/>
                  </a:lnTo>
                  <a:lnTo>
                    <a:pt x="104060" y="144486"/>
                  </a:lnTo>
                  <a:lnTo>
                    <a:pt x="139297" y="121558"/>
                  </a:lnTo>
                  <a:lnTo>
                    <a:pt x="178882" y="100202"/>
                  </a:lnTo>
                  <a:lnTo>
                    <a:pt x="222528" y="80547"/>
                  </a:lnTo>
                  <a:lnTo>
                    <a:pt x="269949" y="62721"/>
                  </a:lnTo>
                  <a:lnTo>
                    <a:pt x="320858" y="46854"/>
                  </a:lnTo>
                  <a:lnTo>
                    <a:pt x="374969" y="33074"/>
                  </a:lnTo>
                  <a:lnTo>
                    <a:pt x="431994" y="21511"/>
                  </a:lnTo>
                  <a:lnTo>
                    <a:pt x="491648" y="12293"/>
                  </a:lnTo>
                  <a:lnTo>
                    <a:pt x="553644" y="5549"/>
                  </a:lnTo>
                  <a:lnTo>
                    <a:pt x="617694" y="1408"/>
                  </a:lnTo>
                  <a:lnTo>
                    <a:pt x="683514" y="0"/>
                  </a:lnTo>
                  <a:lnTo>
                    <a:pt x="749333" y="1408"/>
                  </a:lnTo>
                  <a:lnTo>
                    <a:pt x="813383" y="5549"/>
                  </a:lnTo>
                  <a:lnTo>
                    <a:pt x="875379" y="12293"/>
                  </a:lnTo>
                  <a:lnTo>
                    <a:pt x="935033" y="21511"/>
                  </a:lnTo>
                  <a:lnTo>
                    <a:pt x="992058" y="33074"/>
                  </a:lnTo>
                  <a:lnTo>
                    <a:pt x="1046169" y="46854"/>
                  </a:lnTo>
                  <a:lnTo>
                    <a:pt x="1097078" y="62721"/>
                  </a:lnTo>
                  <a:lnTo>
                    <a:pt x="1144499" y="80547"/>
                  </a:lnTo>
                  <a:lnTo>
                    <a:pt x="1188145" y="100202"/>
                  </a:lnTo>
                  <a:lnTo>
                    <a:pt x="1227730" y="121558"/>
                  </a:lnTo>
                  <a:lnTo>
                    <a:pt x="1262967" y="144486"/>
                  </a:lnTo>
                  <a:lnTo>
                    <a:pt x="1293569" y="168857"/>
                  </a:lnTo>
                  <a:lnTo>
                    <a:pt x="1339723" y="221413"/>
                  </a:lnTo>
                  <a:lnTo>
                    <a:pt x="1363898" y="278194"/>
                  </a:lnTo>
                  <a:lnTo>
                    <a:pt x="1367028" y="307848"/>
                  </a:lnTo>
                  <a:lnTo>
                    <a:pt x="1363898" y="337501"/>
                  </a:lnTo>
                  <a:lnTo>
                    <a:pt x="1339723" y="394282"/>
                  </a:lnTo>
                  <a:lnTo>
                    <a:pt x="1293569" y="446838"/>
                  </a:lnTo>
                  <a:lnTo>
                    <a:pt x="1262967" y="471209"/>
                  </a:lnTo>
                  <a:lnTo>
                    <a:pt x="1227730" y="494137"/>
                  </a:lnTo>
                  <a:lnTo>
                    <a:pt x="1188145" y="515493"/>
                  </a:lnTo>
                  <a:lnTo>
                    <a:pt x="1144499" y="535148"/>
                  </a:lnTo>
                  <a:lnTo>
                    <a:pt x="1097078" y="552974"/>
                  </a:lnTo>
                  <a:lnTo>
                    <a:pt x="1046169" y="568841"/>
                  </a:lnTo>
                  <a:lnTo>
                    <a:pt x="992058" y="582621"/>
                  </a:lnTo>
                  <a:lnTo>
                    <a:pt x="935033" y="594184"/>
                  </a:lnTo>
                  <a:lnTo>
                    <a:pt x="875379" y="603402"/>
                  </a:lnTo>
                  <a:lnTo>
                    <a:pt x="813383" y="610146"/>
                  </a:lnTo>
                  <a:lnTo>
                    <a:pt x="749333" y="614287"/>
                  </a:lnTo>
                  <a:lnTo>
                    <a:pt x="683514" y="615695"/>
                  </a:lnTo>
                  <a:lnTo>
                    <a:pt x="617694" y="614287"/>
                  </a:lnTo>
                  <a:lnTo>
                    <a:pt x="553644" y="610146"/>
                  </a:lnTo>
                  <a:lnTo>
                    <a:pt x="491648" y="603402"/>
                  </a:lnTo>
                  <a:lnTo>
                    <a:pt x="431994" y="594184"/>
                  </a:lnTo>
                  <a:lnTo>
                    <a:pt x="374969" y="582621"/>
                  </a:lnTo>
                  <a:lnTo>
                    <a:pt x="320858" y="568841"/>
                  </a:lnTo>
                  <a:lnTo>
                    <a:pt x="269949" y="552974"/>
                  </a:lnTo>
                  <a:lnTo>
                    <a:pt x="222528" y="535148"/>
                  </a:lnTo>
                  <a:lnTo>
                    <a:pt x="178882" y="515493"/>
                  </a:lnTo>
                  <a:lnTo>
                    <a:pt x="139297" y="494137"/>
                  </a:lnTo>
                  <a:lnTo>
                    <a:pt x="104060" y="471209"/>
                  </a:lnTo>
                  <a:lnTo>
                    <a:pt x="73458" y="446838"/>
                  </a:lnTo>
                  <a:lnTo>
                    <a:pt x="27304" y="394282"/>
                  </a:lnTo>
                  <a:lnTo>
                    <a:pt x="3129" y="337501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781425" y="1253744"/>
            <a:ext cx="799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Optimizar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la </a:t>
            </a:r>
            <a:r>
              <a:rPr sz="1200" b="1" spc="-10" dirty="0">
                <a:latin typeface="Calibri"/>
                <a:cs typeface="Calibri"/>
              </a:rPr>
              <a:t>asignación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recursos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641208" y="1241933"/>
            <a:ext cx="1373505" cy="622300"/>
            <a:chOff x="7641208" y="1241933"/>
            <a:chExt cx="1373505" cy="622300"/>
          </a:xfrm>
        </p:grpSpPr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44383" y="1245108"/>
              <a:ext cx="1367027" cy="61569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644383" y="1245108"/>
              <a:ext cx="1367155" cy="615950"/>
            </a:xfrm>
            <a:custGeom>
              <a:avLst/>
              <a:gdLst/>
              <a:ahLst/>
              <a:cxnLst/>
              <a:rect l="l" t="t" r="r" b="b"/>
              <a:pathLst>
                <a:path w="1367154" h="615950">
                  <a:moveTo>
                    <a:pt x="0" y="307847"/>
                  </a:moveTo>
                  <a:lnTo>
                    <a:pt x="12326" y="249340"/>
                  </a:lnTo>
                  <a:lnTo>
                    <a:pt x="47777" y="194543"/>
                  </a:lnTo>
                  <a:lnTo>
                    <a:pt x="104060" y="144486"/>
                  </a:lnTo>
                  <a:lnTo>
                    <a:pt x="139297" y="121558"/>
                  </a:lnTo>
                  <a:lnTo>
                    <a:pt x="178882" y="100202"/>
                  </a:lnTo>
                  <a:lnTo>
                    <a:pt x="222528" y="80547"/>
                  </a:lnTo>
                  <a:lnTo>
                    <a:pt x="269949" y="62721"/>
                  </a:lnTo>
                  <a:lnTo>
                    <a:pt x="320858" y="46854"/>
                  </a:lnTo>
                  <a:lnTo>
                    <a:pt x="374969" y="33074"/>
                  </a:lnTo>
                  <a:lnTo>
                    <a:pt x="431994" y="21511"/>
                  </a:lnTo>
                  <a:lnTo>
                    <a:pt x="491648" y="12293"/>
                  </a:lnTo>
                  <a:lnTo>
                    <a:pt x="553644" y="5549"/>
                  </a:lnTo>
                  <a:lnTo>
                    <a:pt x="617694" y="1408"/>
                  </a:lnTo>
                  <a:lnTo>
                    <a:pt x="683514" y="0"/>
                  </a:lnTo>
                  <a:lnTo>
                    <a:pt x="749333" y="1408"/>
                  </a:lnTo>
                  <a:lnTo>
                    <a:pt x="813383" y="5549"/>
                  </a:lnTo>
                  <a:lnTo>
                    <a:pt x="875379" y="12293"/>
                  </a:lnTo>
                  <a:lnTo>
                    <a:pt x="935033" y="21511"/>
                  </a:lnTo>
                  <a:lnTo>
                    <a:pt x="992058" y="33074"/>
                  </a:lnTo>
                  <a:lnTo>
                    <a:pt x="1046169" y="46854"/>
                  </a:lnTo>
                  <a:lnTo>
                    <a:pt x="1097078" y="62721"/>
                  </a:lnTo>
                  <a:lnTo>
                    <a:pt x="1144499" y="80547"/>
                  </a:lnTo>
                  <a:lnTo>
                    <a:pt x="1188145" y="100202"/>
                  </a:lnTo>
                  <a:lnTo>
                    <a:pt x="1227730" y="121558"/>
                  </a:lnTo>
                  <a:lnTo>
                    <a:pt x="1262967" y="144486"/>
                  </a:lnTo>
                  <a:lnTo>
                    <a:pt x="1293569" y="168857"/>
                  </a:lnTo>
                  <a:lnTo>
                    <a:pt x="1339723" y="221413"/>
                  </a:lnTo>
                  <a:lnTo>
                    <a:pt x="1363898" y="278194"/>
                  </a:lnTo>
                  <a:lnTo>
                    <a:pt x="1367027" y="307847"/>
                  </a:lnTo>
                  <a:lnTo>
                    <a:pt x="1363898" y="337501"/>
                  </a:lnTo>
                  <a:lnTo>
                    <a:pt x="1339723" y="394282"/>
                  </a:lnTo>
                  <a:lnTo>
                    <a:pt x="1293569" y="446838"/>
                  </a:lnTo>
                  <a:lnTo>
                    <a:pt x="1262967" y="471209"/>
                  </a:lnTo>
                  <a:lnTo>
                    <a:pt x="1227730" y="494137"/>
                  </a:lnTo>
                  <a:lnTo>
                    <a:pt x="1188145" y="515493"/>
                  </a:lnTo>
                  <a:lnTo>
                    <a:pt x="1144499" y="535148"/>
                  </a:lnTo>
                  <a:lnTo>
                    <a:pt x="1097078" y="552974"/>
                  </a:lnTo>
                  <a:lnTo>
                    <a:pt x="1046169" y="568841"/>
                  </a:lnTo>
                  <a:lnTo>
                    <a:pt x="992058" y="582621"/>
                  </a:lnTo>
                  <a:lnTo>
                    <a:pt x="935033" y="594184"/>
                  </a:lnTo>
                  <a:lnTo>
                    <a:pt x="875379" y="603402"/>
                  </a:lnTo>
                  <a:lnTo>
                    <a:pt x="813383" y="610146"/>
                  </a:lnTo>
                  <a:lnTo>
                    <a:pt x="749333" y="614287"/>
                  </a:lnTo>
                  <a:lnTo>
                    <a:pt x="683514" y="615695"/>
                  </a:lnTo>
                  <a:lnTo>
                    <a:pt x="617694" y="614287"/>
                  </a:lnTo>
                  <a:lnTo>
                    <a:pt x="553644" y="610146"/>
                  </a:lnTo>
                  <a:lnTo>
                    <a:pt x="491648" y="603402"/>
                  </a:lnTo>
                  <a:lnTo>
                    <a:pt x="431994" y="594184"/>
                  </a:lnTo>
                  <a:lnTo>
                    <a:pt x="374969" y="582621"/>
                  </a:lnTo>
                  <a:lnTo>
                    <a:pt x="320858" y="568841"/>
                  </a:lnTo>
                  <a:lnTo>
                    <a:pt x="269949" y="552974"/>
                  </a:lnTo>
                  <a:lnTo>
                    <a:pt x="222528" y="535148"/>
                  </a:lnTo>
                  <a:lnTo>
                    <a:pt x="178882" y="515493"/>
                  </a:lnTo>
                  <a:lnTo>
                    <a:pt x="139297" y="494137"/>
                  </a:lnTo>
                  <a:lnTo>
                    <a:pt x="104060" y="471209"/>
                  </a:lnTo>
                  <a:lnTo>
                    <a:pt x="73458" y="446838"/>
                  </a:lnTo>
                  <a:lnTo>
                    <a:pt x="27304" y="394282"/>
                  </a:lnTo>
                  <a:lnTo>
                    <a:pt x="3129" y="337501"/>
                  </a:lnTo>
                  <a:lnTo>
                    <a:pt x="0" y="307847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930642" y="1348232"/>
            <a:ext cx="7962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Mejorar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la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puntualidad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14272" y="1226692"/>
            <a:ext cx="1266825" cy="622300"/>
            <a:chOff x="914272" y="1226692"/>
            <a:chExt cx="1266825" cy="622300"/>
          </a:xfrm>
        </p:grpSpPr>
        <p:sp>
          <p:nvSpPr>
            <p:cNvPr id="72" name="object 72"/>
            <p:cNvSpPr/>
            <p:nvPr/>
          </p:nvSpPr>
          <p:spPr>
            <a:xfrm>
              <a:off x="917447" y="1229867"/>
              <a:ext cx="1260475" cy="615950"/>
            </a:xfrm>
            <a:custGeom>
              <a:avLst/>
              <a:gdLst/>
              <a:ahLst/>
              <a:cxnLst/>
              <a:rect l="l" t="t" r="r" b="b"/>
              <a:pathLst>
                <a:path w="1260475" h="615950">
                  <a:moveTo>
                    <a:pt x="0" y="307848"/>
                  </a:moveTo>
                  <a:lnTo>
                    <a:pt x="12803" y="245796"/>
                  </a:lnTo>
                  <a:lnTo>
                    <a:pt x="49522" y="188005"/>
                  </a:lnTo>
                  <a:lnTo>
                    <a:pt x="107625" y="135712"/>
                  </a:lnTo>
                  <a:lnTo>
                    <a:pt x="143902" y="112014"/>
                  </a:lnTo>
                  <a:lnTo>
                    <a:pt x="184575" y="90154"/>
                  </a:lnTo>
                  <a:lnTo>
                    <a:pt x="229326" y="70286"/>
                  </a:lnTo>
                  <a:lnTo>
                    <a:pt x="277839" y="52566"/>
                  </a:lnTo>
                  <a:lnTo>
                    <a:pt x="329797" y="37148"/>
                  </a:lnTo>
                  <a:lnTo>
                    <a:pt x="384883" y="24187"/>
                  </a:lnTo>
                  <a:lnTo>
                    <a:pt x="442781" y="13837"/>
                  </a:lnTo>
                  <a:lnTo>
                    <a:pt x="503173" y="6253"/>
                  </a:lnTo>
                  <a:lnTo>
                    <a:pt x="565743" y="1589"/>
                  </a:lnTo>
                  <a:lnTo>
                    <a:pt x="630174" y="0"/>
                  </a:lnTo>
                  <a:lnTo>
                    <a:pt x="694596" y="1589"/>
                  </a:lnTo>
                  <a:lnTo>
                    <a:pt x="757160" y="6253"/>
                  </a:lnTo>
                  <a:lnTo>
                    <a:pt x="817547" y="13837"/>
                  </a:lnTo>
                  <a:lnTo>
                    <a:pt x="875442" y="24187"/>
                  </a:lnTo>
                  <a:lnTo>
                    <a:pt x="930527" y="37148"/>
                  </a:lnTo>
                  <a:lnTo>
                    <a:pt x="982485" y="52566"/>
                  </a:lnTo>
                  <a:lnTo>
                    <a:pt x="1031000" y="70286"/>
                  </a:lnTo>
                  <a:lnTo>
                    <a:pt x="1075753" y="90154"/>
                  </a:lnTo>
                  <a:lnTo>
                    <a:pt x="1116428" y="112014"/>
                  </a:lnTo>
                  <a:lnTo>
                    <a:pt x="1152709" y="135712"/>
                  </a:lnTo>
                  <a:lnTo>
                    <a:pt x="1184278" y="161094"/>
                  </a:lnTo>
                  <a:lnTo>
                    <a:pt x="1232011" y="216291"/>
                  </a:lnTo>
                  <a:lnTo>
                    <a:pt x="1257093" y="276366"/>
                  </a:lnTo>
                  <a:lnTo>
                    <a:pt x="1260348" y="307848"/>
                  </a:lnTo>
                  <a:lnTo>
                    <a:pt x="1257093" y="339329"/>
                  </a:lnTo>
                  <a:lnTo>
                    <a:pt x="1232011" y="399404"/>
                  </a:lnTo>
                  <a:lnTo>
                    <a:pt x="1184278" y="454601"/>
                  </a:lnTo>
                  <a:lnTo>
                    <a:pt x="1152709" y="479983"/>
                  </a:lnTo>
                  <a:lnTo>
                    <a:pt x="1116428" y="503681"/>
                  </a:lnTo>
                  <a:lnTo>
                    <a:pt x="1075753" y="525541"/>
                  </a:lnTo>
                  <a:lnTo>
                    <a:pt x="1031000" y="545409"/>
                  </a:lnTo>
                  <a:lnTo>
                    <a:pt x="982485" y="563129"/>
                  </a:lnTo>
                  <a:lnTo>
                    <a:pt x="930527" y="578547"/>
                  </a:lnTo>
                  <a:lnTo>
                    <a:pt x="875442" y="591508"/>
                  </a:lnTo>
                  <a:lnTo>
                    <a:pt x="817547" y="601858"/>
                  </a:lnTo>
                  <a:lnTo>
                    <a:pt x="757160" y="609442"/>
                  </a:lnTo>
                  <a:lnTo>
                    <a:pt x="694596" y="614106"/>
                  </a:lnTo>
                  <a:lnTo>
                    <a:pt x="630174" y="615696"/>
                  </a:lnTo>
                  <a:lnTo>
                    <a:pt x="565743" y="614106"/>
                  </a:lnTo>
                  <a:lnTo>
                    <a:pt x="503173" y="609442"/>
                  </a:lnTo>
                  <a:lnTo>
                    <a:pt x="442781" y="601858"/>
                  </a:lnTo>
                  <a:lnTo>
                    <a:pt x="384883" y="591508"/>
                  </a:lnTo>
                  <a:lnTo>
                    <a:pt x="329797" y="578547"/>
                  </a:lnTo>
                  <a:lnTo>
                    <a:pt x="277839" y="563129"/>
                  </a:lnTo>
                  <a:lnTo>
                    <a:pt x="229326" y="545409"/>
                  </a:lnTo>
                  <a:lnTo>
                    <a:pt x="184575" y="525541"/>
                  </a:lnTo>
                  <a:lnTo>
                    <a:pt x="143902" y="503681"/>
                  </a:lnTo>
                  <a:lnTo>
                    <a:pt x="107625" y="479983"/>
                  </a:lnTo>
                  <a:lnTo>
                    <a:pt x="76059" y="454601"/>
                  </a:lnTo>
                  <a:lnTo>
                    <a:pt x="28331" y="399404"/>
                  </a:lnTo>
                  <a:lnTo>
                    <a:pt x="3253" y="339329"/>
                  </a:lnTo>
                  <a:lnTo>
                    <a:pt x="0" y="307848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7447" y="1229867"/>
              <a:ext cx="1260348" cy="615696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1215948" y="1332991"/>
            <a:ext cx="661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Aumentar ventas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327521" y="1260221"/>
            <a:ext cx="1265555" cy="621030"/>
            <a:chOff x="6327521" y="1260221"/>
            <a:chExt cx="1265555" cy="621030"/>
          </a:xfrm>
        </p:grpSpPr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30696" y="1263396"/>
              <a:ext cx="1258824" cy="614171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330696" y="1263396"/>
              <a:ext cx="1259205" cy="614680"/>
            </a:xfrm>
            <a:custGeom>
              <a:avLst/>
              <a:gdLst/>
              <a:ahLst/>
              <a:cxnLst/>
              <a:rect l="l" t="t" r="r" b="b"/>
              <a:pathLst>
                <a:path w="1259204" h="614680">
                  <a:moveTo>
                    <a:pt x="0" y="307086"/>
                  </a:moveTo>
                  <a:lnTo>
                    <a:pt x="12788" y="245212"/>
                  </a:lnTo>
                  <a:lnTo>
                    <a:pt x="49464" y="187577"/>
                  </a:lnTo>
                  <a:lnTo>
                    <a:pt x="107497" y="135414"/>
                  </a:lnTo>
                  <a:lnTo>
                    <a:pt x="143732" y="111773"/>
                  </a:lnTo>
                  <a:lnTo>
                    <a:pt x="184356" y="89963"/>
                  </a:lnTo>
                  <a:lnTo>
                    <a:pt x="229054" y="70140"/>
                  </a:lnTo>
                  <a:lnTo>
                    <a:pt x="277508" y="52459"/>
                  </a:lnTo>
                  <a:lnTo>
                    <a:pt x="329403" y="37074"/>
                  </a:lnTo>
                  <a:lnTo>
                    <a:pt x="384423" y="24139"/>
                  </a:lnTo>
                  <a:lnTo>
                    <a:pt x="442249" y="13810"/>
                  </a:lnTo>
                  <a:lnTo>
                    <a:pt x="502568" y="6241"/>
                  </a:lnTo>
                  <a:lnTo>
                    <a:pt x="565060" y="1586"/>
                  </a:lnTo>
                  <a:lnTo>
                    <a:pt x="629411" y="0"/>
                  </a:lnTo>
                  <a:lnTo>
                    <a:pt x="693763" y="1586"/>
                  </a:lnTo>
                  <a:lnTo>
                    <a:pt x="756255" y="6241"/>
                  </a:lnTo>
                  <a:lnTo>
                    <a:pt x="816574" y="13810"/>
                  </a:lnTo>
                  <a:lnTo>
                    <a:pt x="874400" y="24139"/>
                  </a:lnTo>
                  <a:lnTo>
                    <a:pt x="929420" y="37074"/>
                  </a:lnTo>
                  <a:lnTo>
                    <a:pt x="981315" y="52459"/>
                  </a:lnTo>
                  <a:lnTo>
                    <a:pt x="1029769" y="70140"/>
                  </a:lnTo>
                  <a:lnTo>
                    <a:pt x="1074467" y="89963"/>
                  </a:lnTo>
                  <a:lnTo>
                    <a:pt x="1115091" y="111773"/>
                  </a:lnTo>
                  <a:lnTo>
                    <a:pt x="1151326" y="135414"/>
                  </a:lnTo>
                  <a:lnTo>
                    <a:pt x="1182854" y="160734"/>
                  </a:lnTo>
                  <a:lnTo>
                    <a:pt x="1230525" y="215788"/>
                  </a:lnTo>
                  <a:lnTo>
                    <a:pt x="1255574" y="275697"/>
                  </a:lnTo>
                  <a:lnTo>
                    <a:pt x="1258824" y="307086"/>
                  </a:lnTo>
                  <a:lnTo>
                    <a:pt x="1255574" y="338474"/>
                  </a:lnTo>
                  <a:lnTo>
                    <a:pt x="1230525" y="398383"/>
                  </a:lnTo>
                  <a:lnTo>
                    <a:pt x="1182854" y="453437"/>
                  </a:lnTo>
                  <a:lnTo>
                    <a:pt x="1151326" y="478757"/>
                  </a:lnTo>
                  <a:lnTo>
                    <a:pt x="1115091" y="502398"/>
                  </a:lnTo>
                  <a:lnTo>
                    <a:pt x="1074467" y="524208"/>
                  </a:lnTo>
                  <a:lnTo>
                    <a:pt x="1029769" y="544031"/>
                  </a:lnTo>
                  <a:lnTo>
                    <a:pt x="981315" y="561712"/>
                  </a:lnTo>
                  <a:lnTo>
                    <a:pt x="929420" y="577097"/>
                  </a:lnTo>
                  <a:lnTo>
                    <a:pt x="874400" y="590032"/>
                  </a:lnTo>
                  <a:lnTo>
                    <a:pt x="816574" y="600361"/>
                  </a:lnTo>
                  <a:lnTo>
                    <a:pt x="756255" y="607930"/>
                  </a:lnTo>
                  <a:lnTo>
                    <a:pt x="693763" y="612585"/>
                  </a:lnTo>
                  <a:lnTo>
                    <a:pt x="629411" y="614171"/>
                  </a:lnTo>
                  <a:lnTo>
                    <a:pt x="565060" y="612585"/>
                  </a:lnTo>
                  <a:lnTo>
                    <a:pt x="502568" y="607930"/>
                  </a:lnTo>
                  <a:lnTo>
                    <a:pt x="442249" y="600361"/>
                  </a:lnTo>
                  <a:lnTo>
                    <a:pt x="384423" y="590032"/>
                  </a:lnTo>
                  <a:lnTo>
                    <a:pt x="329403" y="577097"/>
                  </a:lnTo>
                  <a:lnTo>
                    <a:pt x="277508" y="561712"/>
                  </a:lnTo>
                  <a:lnTo>
                    <a:pt x="229054" y="544031"/>
                  </a:lnTo>
                  <a:lnTo>
                    <a:pt x="184356" y="524208"/>
                  </a:lnTo>
                  <a:lnTo>
                    <a:pt x="143732" y="502398"/>
                  </a:lnTo>
                  <a:lnTo>
                    <a:pt x="107497" y="478757"/>
                  </a:lnTo>
                  <a:lnTo>
                    <a:pt x="75969" y="453437"/>
                  </a:lnTo>
                  <a:lnTo>
                    <a:pt x="28298" y="398383"/>
                  </a:lnTo>
                  <a:lnTo>
                    <a:pt x="3249" y="338474"/>
                  </a:lnTo>
                  <a:lnTo>
                    <a:pt x="0" y="307086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707251" y="1366265"/>
            <a:ext cx="506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5080" indent="-4445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Reducir costes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272795" y="810738"/>
            <a:ext cx="721360" cy="2296795"/>
            <a:chOff x="272795" y="810738"/>
            <a:chExt cx="721360" cy="2296795"/>
          </a:xfrm>
        </p:grpSpPr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8857" y="810738"/>
              <a:ext cx="477313" cy="229672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2795" y="973836"/>
              <a:ext cx="720826" cy="196900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7095" y="829056"/>
              <a:ext cx="405384" cy="222504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387095" y="829056"/>
              <a:ext cx="405765" cy="2225040"/>
            </a:xfrm>
            <a:custGeom>
              <a:avLst/>
              <a:gdLst/>
              <a:ahLst/>
              <a:cxnLst/>
              <a:rect l="l" t="t" r="r" b="b"/>
              <a:pathLst>
                <a:path w="405765" h="2225040">
                  <a:moveTo>
                    <a:pt x="0" y="67564"/>
                  </a:moveTo>
                  <a:lnTo>
                    <a:pt x="5309" y="41255"/>
                  </a:lnTo>
                  <a:lnTo>
                    <a:pt x="19789" y="19780"/>
                  </a:lnTo>
                  <a:lnTo>
                    <a:pt x="41265" y="5306"/>
                  </a:lnTo>
                  <a:lnTo>
                    <a:pt x="67563" y="0"/>
                  </a:lnTo>
                  <a:lnTo>
                    <a:pt x="337820" y="0"/>
                  </a:lnTo>
                  <a:lnTo>
                    <a:pt x="364118" y="5306"/>
                  </a:lnTo>
                  <a:lnTo>
                    <a:pt x="385594" y="19780"/>
                  </a:lnTo>
                  <a:lnTo>
                    <a:pt x="400074" y="41255"/>
                  </a:lnTo>
                  <a:lnTo>
                    <a:pt x="405384" y="67564"/>
                  </a:lnTo>
                  <a:lnTo>
                    <a:pt x="405384" y="2157476"/>
                  </a:lnTo>
                  <a:lnTo>
                    <a:pt x="400074" y="2183784"/>
                  </a:lnTo>
                  <a:lnTo>
                    <a:pt x="385594" y="2205259"/>
                  </a:lnTo>
                  <a:lnTo>
                    <a:pt x="364118" y="2219733"/>
                  </a:lnTo>
                  <a:lnTo>
                    <a:pt x="337820" y="2225040"/>
                  </a:lnTo>
                  <a:lnTo>
                    <a:pt x="67563" y="2225040"/>
                  </a:lnTo>
                  <a:lnTo>
                    <a:pt x="41265" y="2219733"/>
                  </a:lnTo>
                  <a:lnTo>
                    <a:pt x="19789" y="2205259"/>
                  </a:lnTo>
                  <a:lnTo>
                    <a:pt x="5309" y="2183784"/>
                  </a:lnTo>
                  <a:lnTo>
                    <a:pt x="0" y="2157476"/>
                  </a:lnTo>
                  <a:lnTo>
                    <a:pt x="0" y="67564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415765" y="1168331"/>
            <a:ext cx="366395" cy="1548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10" dirty="0">
                <a:latin typeface="Arial MT"/>
                <a:cs typeface="Arial MT"/>
              </a:rPr>
              <a:t>Resultados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74320" y="3566136"/>
            <a:ext cx="721360" cy="2295525"/>
            <a:chOff x="274320" y="3566136"/>
            <a:chExt cx="721360" cy="2295525"/>
          </a:xfrm>
        </p:grpSpPr>
        <p:pic>
          <p:nvPicPr>
            <p:cNvPr id="86" name="object 8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1878" y="3566136"/>
              <a:ext cx="475857" cy="229521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4320" y="3864863"/>
              <a:ext cx="720826" cy="169773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0144" y="3584447"/>
              <a:ext cx="403860" cy="222351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90144" y="3584447"/>
              <a:ext cx="403860" cy="2223770"/>
            </a:xfrm>
            <a:custGeom>
              <a:avLst/>
              <a:gdLst/>
              <a:ahLst/>
              <a:cxnLst/>
              <a:rect l="l" t="t" r="r" b="b"/>
              <a:pathLst>
                <a:path w="403859" h="2223770">
                  <a:moveTo>
                    <a:pt x="0" y="67309"/>
                  </a:moveTo>
                  <a:lnTo>
                    <a:pt x="5289" y="41094"/>
                  </a:lnTo>
                  <a:lnTo>
                    <a:pt x="19715" y="19700"/>
                  </a:lnTo>
                  <a:lnTo>
                    <a:pt x="41110" y="5284"/>
                  </a:lnTo>
                  <a:lnTo>
                    <a:pt x="67310" y="0"/>
                  </a:lnTo>
                  <a:lnTo>
                    <a:pt x="336550" y="0"/>
                  </a:lnTo>
                  <a:lnTo>
                    <a:pt x="362749" y="5284"/>
                  </a:lnTo>
                  <a:lnTo>
                    <a:pt x="384144" y="19700"/>
                  </a:lnTo>
                  <a:lnTo>
                    <a:pt x="398570" y="41094"/>
                  </a:lnTo>
                  <a:lnTo>
                    <a:pt x="403860" y="67309"/>
                  </a:lnTo>
                  <a:lnTo>
                    <a:pt x="403860" y="2156205"/>
                  </a:lnTo>
                  <a:lnTo>
                    <a:pt x="398570" y="2182405"/>
                  </a:lnTo>
                  <a:lnTo>
                    <a:pt x="384144" y="2203800"/>
                  </a:lnTo>
                  <a:lnTo>
                    <a:pt x="362749" y="2218226"/>
                  </a:lnTo>
                  <a:lnTo>
                    <a:pt x="336550" y="2223516"/>
                  </a:lnTo>
                  <a:lnTo>
                    <a:pt x="67310" y="2223516"/>
                  </a:lnTo>
                  <a:lnTo>
                    <a:pt x="41110" y="2218226"/>
                  </a:lnTo>
                  <a:lnTo>
                    <a:pt x="19715" y="2203800"/>
                  </a:lnTo>
                  <a:lnTo>
                    <a:pt x="5289" y="2182405"/>
                  </a:lnTo>
                  <a:lnTo>
                    <a:pt x="0" y="2156205"/>
                  </a:lnTo>
                  <a:lnTo>
                    <a:pt x="0" y="67309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417899" y="4058513"/>
            <a:ext cx="366395" cy="12776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10" dirty="0">
                <a:latin typeface="Arial MT"/>
                <a:cs typeface="Arial MT"/>
              </a:rPr>
              <a:t>Palancas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842772" y="5088635"/>
            <a:ext cx="1670685" cy="1127760"/>
            <a:chOff x="842772" y="5088635"/>
            <a:chExt cx="1670685" cy="1127760"/>
          </a:xfrm>
        </p:grpSpPr>
        <p:pic>
          <p:nvPicPr>
            <p:cNvPr id="92" name="object 9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2772" y="5088635"/>
              <a:ext cx="1648967" cy="107745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82396" y="5106923"/>
              <a:ext cx="1630679" cy="110947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90016" y="5116067"/>
              <a:ext cx="1559052" cy="98755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890016" y="5116067"/>
              <a:ext cx="1559560" cy="988060"/>
            </a:xfrm>
            <a:custGeom>
              <a:avLst/>
              <a:gdLst/>
              <a:ahLst/>
              <a:cxnLst/>
              <a:rect l="l" t="t" r="r" b="b"/>
              <a:pathLst>
                <a:path w="1559560" h="988060">
                  <a:moveTo>
                    <a:pt x="0" y="164591"/>
                  </a:moveTo>
                  <a:lnTo>
                    <a:pt x="5879" y="120826"/>
                  </a:lnTo>
                  <a:lnTo>
                    <a:pt x="22473" y="81505"/>
                  </a:lnTo>
                  <a:lnTo>
                    <a:pt x="48210" y="48196"/>
                  </a:lnTo>
                  <a:lnTo>
                    <a:pt x="81522" y="22464"/>
                  </a:lnTo>
                  <a:lnTo>
                    <a:pt x="120839" y="5877"/>
                  </a:lnTo>
                  <a:lnTo>
                    <a:pt x="164592" y="0"/>
                  </a:lnTo>
                  <a:lnTo>
                    <a:pt x="1394460" y="0"/>
                  </a:lnTo>
                  <a:lnTo>
                    <a:pt x="1438225" y="5877"/>
                  </a:lnTo>
                  <a:lnTo>
                    <a:pt x="1477546" y="22464"/>
                  </a:lnTo>
                  <a:lnTo>
                    <a:pt x="1510855" y="48196"/>
                  </a:lnTo>
                  <a:lnTo>
                    <a:pt x="1536587" y="81505"/>
                  </a:lnTo>
                  <a:lnTo>
                    <a:pt x="1553174" y="120826"/>
                  </a:lnTo>
                  <a:lnTo>
                    <a:pt x="1559052" y="164591"/>
                  </a:lnTo>
                  <a:lnTo>
                    <a:pt x="1559052" y="822959"/>
                  </a:lnTo>
                  <a:lnTo>
                    <a:pt x="1553174" y="866712"/>
                  </a:lnTo>
                  <a:lnTo>
                    <a:pt x="1536587" y="906029"/>
                  </a:lnTo>
                  <a:lnTo>
                    <a:pt x="1510855" y="939341"/>
                  </a:lnTo>
                  <a:lnTo>
                    <a:pt x="1477546" y="965078"/>
                  </a:lnTo>
                  <a:lnTo>
                    <a:pt x="1438225" y="981672"/>
                  </a:lnTo>
                  <a:lnTo>
                    <a:pt x="1394460" y="987551"/>
                  </a:lnTo>
                  <a:lnTo>
                    <a:pt x="164592" y="987551"/>
                  </a:lnTo>
                  <a:lnTo>
                    <a:pt x="120839" y="981672"/>
                  </a:lnTo>
                  <a:lnTo>
                    <a:pt x="81522" y="965078"/>
                  </a:lnTo>
                  <a:lnTo>
                    <a:pt x="48210" y="939341"/>
                  </a:lnTo>
                  <a:lnTo>
                    <a:pt x="22473" y="906029"/>
                  </a:lnTo>
                  <a:lnTo>
                    <a:pt x="5879" y="866712"/>
                  </a:lnTo>
                  <a:lnTo>
                    <a:pt x="0" y="822959"/>
                  </a:lnTo>
                  <a:lnTo>
                    <a:pt x="0" y="164591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1048918" y="5180838"/>
            <a:ext cx="1244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Aprendizaje </a:t>
            </a:r>
            <a:r>
              <a:rPr sz="1800" spc="-50" dirty="0">
                <a:latin typeface="Arial MT"/>
                <a:cs typeface="Arial MT"/>
              </a:rPr>
              <a:t>y </a:t>
            </a:r>
            <a:r>
              <a:rPr sz="1800" spc="-10" dirty="0">
                <a:latin typeface="Arial MT"/>
                <a:cs typeface="Arial MT"/>
              </a:rPr>
              <a:t>Crecimiento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27532" y="3712451"/>
            <a:ext cx="1651000" cy="835660"/>
            <a:chOff x="827532" y="3712451"/>
            <a:chExt cx="1651000" cy="835660"/>
          </a:xfrm>
        </p:grpSpPr>
        <p:pic>
          <p:nvPicPr>
            <p:cNvPr id="98" name="object 9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27532" y="3724643"/>
              <a:ext cx="1650492" cy="7422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8220" y="3712451"/>
              <a:ext cx="1371600" cy="83516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74776" y="3752088"/>
              <a:ext cx="1560576" cy="652272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874776" y="3752088"/>
              <a:ext cx="1560830" cy="652780"/>
            </a:xfrm>
            <a:custGeom>
              <a:avLst/>
              <a:gdLst/>
              <a:ahLst/>
              <a:cxnLst/>
              <a:rect l="l" t="t" r="r" b="b"/>
              <a:pathLst>
                <a:path w="1560830" h="652779">
                  <a:moveTo>
                    <a:pt x="0" y="108712"/>
                  </a:moveTo>
                  <a:lnTo>
                    <a:pt x="8544" y="66383"/>
                  </a:lnTo>
                  <a:lnTo>
                    <a:pt x="31843" y="31829"/>
                  </a:lnTo>
                  <a:lnTo>
                    <a:pt x="66399" y="8538"/>
                  </a:lnTo>
                  <a:lnTo>
                    <a:pt x="108712" y="0"/>
                  </a:lnTo>
                  <a:lnTo>
                    <a:pt x="1451864" y="0"/>
                  </a:lnTo>
                  <a:lnTo>
                    <a:pt x="1494192" y="8538"/>
                  </a:lnTo>
                  <a:lnTo>
                    <a:pt x="1528746" y="31829"/>
                  </a:lnTo>
                  <a:lnTo>
                    <a:pt x="1552037" y="66383"/>
                  </a:lnTo>
                  <a:lnTo>
                    <a:pt x="1560576" y="108712"/>
                  </a:lnTo>
                  <a:lnTo>
                    <a:pt x="1560576" y="543560"/>
                  </a:lnTo>
                  <a:lnTo>
                    <a:pt x="1552037" y="585888"/>
                  </a:lnTo>
                  <a:lnTo>
                    <a:pt x="1528746" y="620442"/>
                  </a:lnTo>
                  <a:lnTo>
                    <a:pt x="1494192" y="643733"/>
                  </a:lnTo>
                  <a:lnTo>
                    <a:pt x="1451864" y="652272"/>
                  </a:lnTo>
                  <a:lnTo>
                    <a:pt x="108712" y="652272"/>
                  </a:lnTo>
                  <a:lnTo>
                    <a:pt x="66399" y="643733"/>
                  </a:lnTo>
                  <a:lnTo>
                    <a:pt x="31843" y="620442"/>
                  </a:lnTo>
                  <a:lnTo>
                    <a:pt x="8544" y="585888"/>
                  </a:lnTo>
                  <a:lnTo>
                    <a:pt x="0" y="543560"/>
                  </a:lnTo>
                  <a:lnTo>
                    <a:pt x="0" y="108712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1165961" y="3786073"/>
            <a:ext cx="9766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Procesos</a:t>
            </a:r>
            <a:endParaRPr sz="18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internos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842772" y="2385047"/>
            <a:ext cx="1635760" cy="561340"/>
            <a:chOff x="842772" y="2385047"/>
            <a:chExt cx="1635760" cy="561340"/>
          </a:xfrm>
        </p:grpSpPr>
        <p:pic>
          <p:nvPicPr>
            <p:cNvPr id="104" name="object 10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42772" y="2401798"/>
              <a:ext cx="1635252" cy="458749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71372" y="2385047"/>
              <a:ext cx="1178039" cy="560844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90016" y="2429255"/>
              <a:ext cx="1545336" cy="368808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890016" y="2429255"/>
              <a:ext cx="1545590" cy="368935"/>
            </a:xfrm>
            <a:custGeom>
              <a:avLst/>
              <a:gdLst/>
              <a:ahLst/>
              <a:cxnLst/>
              <a:rect l="l" t="t" r="r" b="b"/>
              <a:pathLst>
                <a:path w="1545589" h="368935">
                  <a:moveTo>
                    <a:pt x="0" y="61468"/>
                  </a:moveTo>
                  <a:lnTo>
                    <a:pt x="4830" y="37558"/>
                  </a:lnTo>
                  <a:lnTo>
                    <a:pt x="18003" y="18018"/>
                  </a:lnTo>
                  <a:lnTo>
                    <a:pt x="37542" y="4835"/>
                  </a:lnTo>
                  <a:lnTo>
                    <a:pt x="61468" y="0"/>
                  </a:lnTo>
                  <a:lnTo>
                    <a:pt x="1483867" y="0"/>
                  </a:lnTo>
                  <a:lnTo>
                    <a:pt x="1507777" y="4835"/>
                  </a:lnTo>
                  <a:lnTo>
                    <a:pt x="1527317" y="18018"/>
                  </a:lnTo>
                  <a:lnTo>
                    <a:pt x="1540500" y="37558"/>
                  </a:lnTo>
                  <a:lnTo>
                    <a:pt x="1545336" y="61468"/>
                  </a:lnTo>
                  <a:lnTo>
                    <a:pt x="1545336" y="307340"/>
                  </a:lnTo>
                  <a:lnTo>
                    <a:pt x="1540500" y="331249"/>
                  </a:lnTo>
                  <a:lnTo>
                    <a:pt x="1527317" y="350789"/>
                  </a:lnTo>
                  <a:lnTo>
                    <a:pt x="1507777" y="363972"/>
                  </a:lnTo>
                  <a:lnTo>
                    <a:pt x="1483867" y="368808"/>
                  </a:lnTo>
                  <a:lnTo>
                    <a:pt x="61468" y="368808"/>
                  </a:lnTo>
                  <a:lnTo>
                    <a:pt x="37542" y="363972"/>
                  </a:lnTo>
                  <a:lnTo>
                    <a:pt x="18003" y="350789"/>
                  </a:lnTo>
                  <a:lnTo>
                    <a:pt x="4830" y="331249"/>
                  </a:lnTo>
                  <a:lnTo>
                    <a:pt x="0" y="307340"/>
                  </a:lnTo>
                  <a:lnTo>
                    <a:pt x="0" y="61468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1238503" y="2458592"/>
            <a:ext cx="848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Clientes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904104" y="1243457"/>
            <a:ext cx="1375410" cy="622300"/>
            <a:chOff x="4904104" y="1243457"/>
            <a:chExt cx="1375410" cy="622300"/>
          </a:xfrm>
        </p:grpSpPr>
        <p:pic>
          <p:nvPicPr>
            <p:cNvPr id="110" name="object 11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907279" y="1246632"/>
              <a:ext cx="1368552" cy="615695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907279" y="1246632"/>
              <a:ext cx="1369060" cy="615950"/>
            </a:xfrm>
            <a:custGeom>
              <a:avLst/>
              <a:gdLst/>
              <a:ahLst/>
              <a:cxnLst/>
              <a:rect l="l" t="t" r="r" b="b"/>
              <a:pathLst>
                <a:path w="1369060" h="615950">
                  <a:moveTo>
                    <a:pt x="0" y="307847"/>
                  </a:moveTo>
                  <a:lnTo>
                    <a:pt x="12337" y="249340"/>
                  </a:lnTo>
                  <a:lnTo>
                    <a:pt x="47820" y="194543"/>
                  </a:lnTo>
                  <a:lnTo>
                    <a:pt x="104155" y="144486"/>
                  </a:lnTo>
                  <a:lnTo>
                    <a:pt x="139426" y="121558"/>
                  </a:lnTo>
                  <a:lnTo>
                    <a:pt x="179050" y="100202"/>
                  </a:lnTo>
                  <a:lnTo>
                    <a:pt x="222741" y="80547"/>
                  </a:lnTo>
                  <a:lnTo>
                    <a:pt x="270212" y="62721"/>
                  </a:lnTo>
                  <a:lnTo>
                    <a:pt x="321177" y="46854"/>
                  </a:lnTo>
                  <a:lnTo>
                    <a:pt x="375348" y="33074"/>
                  </a:lnTo>
                  <a:lnTo>
                    <a:pt x="432440" y="21511"/>
                  </a:lnTo>
                  <a:lnTo>
                    <a:pt x="492165" y="12293"/>
                  </a:lnTo>
                  <a:lnTo>
                    <a:pt x="554237" y="5549"/>
                  </a:lnTo>
                  <a:lnTo>
                    <a:pt x="618369" y="1408"/>
                  </a:lnTo>
                  <a:lnTo>
                    <a:pt x="684276" y="0"/>
                  </a:lnTo>
                  <a:lnTo>
                    <a:pt x="750182" y="1408"/>
                  </a:lnTo>
                  <a:lnTo>
                    <a:pt x="814314" y="5549"/>
                  </a:lnTo>
                  <a:lnTo>
                    <a:pt x="876386" y="12293"/>
                  </a:lnTo>
                  <a:lnTo>
                    <a:pt x="936111" y="21511"/>
                  </a:lnTo>
                  <a:lnTo>
                    <a:pt x="993203" y="33074"/>
                  </a:lnTo>
                  <a:lnTo>
                    <a:pt x="1047374" y="46854"/>
                  </a:lnTo>
                  <a:lnTo>
                    <a:pt x="1098339" y="62721"/>
                  </a:lnTo>
                  <a:lnTo>
                    <a:pt x="1145810" y="80547"/>
                  </a:lnTo>
                  <a:lnTo>
                    <a:pt x="1189501" y="100202"/>
                  </a:lnTo>
                  <a:lnTo>
                    <a:pt x="1229125" y="121558"/>
                  </a:lnTo>
                  <a:lnTo>
                    <a:pt x="1264396" y="144486"/>
                  </a:lnTo>
                  <a:lnTo>
                    <a:pt x="1295027" y="168857"/>
                  </a:lnTo>
                  <a:lnTo>
                    <a:pt x="1341223" y="221413"/>
                  </a:lnTo>
                  <a:lnTo>
                    <a:pt x="1365419" y="278194"/>
                  </a:lnTo>
                  <a:lnTo>
                    <a:pt x="1368552" y="307847"/>
                  </a:lnTo>
                  <a:lnTo>
                    <a:pt x="1365419" y="337501"/>
                  </a:lnTo>
                  <a:lnTo>
                    <a:pt x="1341223" y="394282"/>
                  </a:lnTo>
                  <a:lnTo>
                    <a:pt x="1295027" y="446838"/>
                  </a:lnTo>
                  <a:lnTo>
                    <a:pt x="1264396" y="471209"/>
                  </a:lnTo>
                  <a:lnTo>
                    <a:pt x="1229125" y="494137"/>
                  </a:lnTo>
                  <a:lnTo>
                    <a:pt x="1189501" y="515493"/>
                  </a:lnTo>
                  <a:lnTo>
                    <a:pt x="1145810" y="535148"/>
                  </a:lnTo>
                  <a:lnTo>
                    <a:pt x="1098339" y="552974"/>
                  </a:lnTo>
                  <a:lnTo>
                    <a:pt x="1047374" y="568841"/>
                  </a:lnTo>
                  <a:lnTo>
                    <a:pt x="993203" y="582621"/>
                  </a:lnTo>
                  <a:lnTo>
                    <a:pt x="936111" y="594184"/>
                  </a:lnTo>
                  <a:lnTo>
                    <a:pt x="876386" y="603402"/>
                  </a:lnTo>
                  <a:lnTo>
                    <a:pt x="814314" y="610146"/>
                  </a:lnTo>
                  <a:lnTo>
                    <a:pt x="750182" y="614287"/>
                  </a:lnTo>
                  <a:lnTo>
                    <a:pt x="684276" y="615695"/>
                  </a:lnTo>
                  <a:lnTo>
                    <a:pt x="618369" y="614287"/>
                  </a:lnTo>
                  <a:lnTo>
                    <a:pt x="554237" y="610146"/>
                  </a:lnTo>
                  <a:lnTo>
                    <a:pt x="492165" y="603402"/>
                  </a:lnTo>
                  <a:lnTo>
                    <a:pt x="432440" y="594184"/>
                  </a:lnTo>
                  <a:lnTo>
                    <a:pt x="375348" y="582621"/>
                  </a:lnTo>
                  <a:lnTo>
                    <a:pt x="321177" y="568841"/>
                  </a:lnTo>
                  <a:lnTo>
                    <a:pt x="270212" y="552974"/>
                  </a:lnTo>
                  <a:lnTo>
                    <a:pt x="222741" y="535148"/>
                  </a:lnTo>
                  <a:lnTo>
                    <a:pt x="179050" y="515493"/>
                  </a:lnTo>
                  <a:lnTo>
                    <a:pt x="139426" y="494137"/>
                  </a:lnTo>
                  <a:lnTo>
                    <a:pt x="104155" y="471209"/>
                  </a:lnTo>
                  <a:lnTo>
                    <a:pt x="73524" y="446838"/>
                  </a:lnTo>
                  <a:lnTo>
                    <a:pt x="27328" y="394282"/>
                  </a:lnTo>
                  <a:lnTo>
                    <a:pt x="3132" y="337501"/>
                  </a:lnTo>
                  <a:lnTo>
                    <a:pt x="0" y="307847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5212460" y="1259204"/>
            <a:ext cx="760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Mejorar satisfacción cliente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517520" y="2351404"/>
            <a:ext cx="1518285" cy="622300"/>
            <a:chOff x="2517520" y="2351404"/>
            <a:chExt cx="1518285" cy="622300"/>
          </a:xfrm>
        </p:grpSpPr>
        <p:pic>
          <p:nvPicPr>
            <p:cNvPr id="114" name="object 11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520695" y="2354579"/>
              <a:ext cx="1511808" cy="615696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520695" y="2354579"/>
              <a:ext cx="1511935" cy="615950"/>
            </a:xfrm>
            <a:custGeom>
              <a:avLst/>
              <a:gdLst/>
              <a:ahLst/>
              <a:cxnLst/>
              <a:rect l="l" t="t" r="r" b="b"/>
              <a:pathLst>
                <a:path w="1511935" h="615950">
                  <a:moveTo>
                    <a:pt x="0" y="307848"/>
                  </a:moveTo>
                  <a:lnTo>
                    <a:pt x="10947" y="255342"/>
                  </a:lnTo>
                  <a:lnTo>
                    <a:pt x="42581" y="205720"/>
                  </a:lnTo>
                  <a:lnTo>
                    <a:pt x="93084" y="159719"/>
                  </a:lnTo>
                  <a:lnTo>
                    <a:pt x="124844" y="138307"/>
                  </a:lnTo>
                  <a:lnTo>
                    <a:pt x="160641" y="118078"/>
                  </a:lnTo>
                  <a:lnTo>
                    <a:pt x="200247" y="99124"/>
                  </a:lnTo>
                  <a:lnTo>
                    <a:pt x="243436" y="81537"/>
                  </a:lnTo>
                  <a:lnTo>
                    <a:pt x="289981" y="65409"/>
                  </a:lnTo>
                  <a:lnTo>
                    <a:pt x="339654" y="50832"/>
                  </a:lnTo>
                  <a:lnTo>
                    <a:pt x="392229" y="37900"/>
                  </a:lnTo>
                  <a:lnTo>
                    <a:pt x="447478" y="26704"/>
                  </a:lnTo>
                  <a:lnTo>
                    <a:pt x="505176" y="17337"/>
                  </a:lnTo>
                  <a:lnTo>
                    <a:pt x="565094" y="9890"/>
                  </a:lnTo>
                  <a:lnTo>
                    <a:pt x="627006" y="4457"/>
                  </a:lnTo>
                  <a:lnTo>
                    <a:pt x="690685" y="1129"/>
                  </a:lnTo>
                  <a:lnTo>
                    <a:pt x="755904" y="0"/>
                  </a:lnTo>
                  <a:lnTo>
                    <a:pt x="821122" y="1129"/>
                  </a:lnTo>
                  <a:lnTo>
                    <a:pt x="884801" y="4457"/>
                  </a:lnTo>
                  <a:lnTo>
                    <a:pt x="946713" y="9890"/>
                  </a:lnTo>
                  <a:lnTo>
                    <a:pt x="1006631" y="17337"/>
                  </a:lnTo>
                  <a:lnTo>
                    <a:pt x="1064329" y="26704"/>
                  </a:lnTo>
                  <a:lnTo>
                    <a:pt x="1119578" y="37900"/>
                  </a:lnTo>
                  <a:lnTo>
                    <a:pt x="1172153" y="50832"/>
                  </a:lnTo>
                  <a:lnTo>
                    <a:pt x="1221826" y="65409"/>
                  </a:lnTo>
                  <a:lnTo>
                    <a:pt x="1268371" y="81537"/>
                  </a:lnTo>
                  <a:lnTo>
                    <a:pt x="1311560" y="99124"/>
                  </a:lnTo>
                  <a:lnTo>
                    <a:pt x="1351166" y="118078"/>
                  </a:lnTo>
                  <a:lnTo>
                    <a:pt x="1386963" y="138307"/>
                  </a:lnTo>
                  <a:lnTo>
                    <a:pt x="1418723" y="159719"/>
                  </a:lnTo>
                  <a:lnTo>
                    <a:pt x="1469226" y="205720"/>
                  </a:lnTo>
                  <a:lnTo>
                    <a:pt x="1500860" y="255342"/>
                  </a:lnTo>
                  <a:lnTo>
                    <a:pt x="1511808" y="307848"/>
                  </a:lnTo>
                  <a:lnTo>
                    <a:pt x="1509033" y="334415"/>
                  </a:lnTo>
                  <a:lnTo>
                    <a:pt x="1487515" y="385571"/>
                  </a:lnTo>
                  <a:lnTo>
                    <a:pt x="1446220" y="433475"/>
                  </a:lnTo>
                  <a:lnTo>
                    <a:pt x="1386963" y="477388"/>
                  </a:lnTo>
                  <a:lnTo>
                    <a:pt x="1351166" y="497617"/>
                  </a:lnTo>
                  <a:lnTo>
                    <a:pt x="1311560" y="516571"/>
                  </a:lnTo>
                  <a:lnTo>
                    <a:pt x="1268371" y="534158"/>
                  </a:lnTo>
                  <a:lnTo>
                    <a:pt x="1221826" y="550286"/>
                  </a:lnTo>
                  <a:lnTo>
                    <a:pt x="1172153" y="564863"/>
                  </a:lnTo>
                  <a:lnTo>
                    <a:pt x="1119578" y="577795"/>
                  </a:lnTo>
                  <a:lnTo>
                    <a:pt x="1064329" y="588991"/>
                  </a:lnTo>
                  <a:lnTo>
                    <a:pt x="1006631" y="598358"/>
                  </a:lnTo>
                  <a:lnTo>
                    <a:pt x="946713" y="605805"/>
                  </a:lnTo>
                  <a:lnTo>
                    <a:pt x="884801" y="611238"/>
                  </a:lnTo>
                  <a:lnTo>
                    <a:pt x="821122" y="614566"/>
                  </a:lnTo>
                  <a:lnTo>
                    <a:pt x="755904" y="615696"/>
                  </a:lnTo>
                  <a:lnTo>
                    <a:pt x="690685" y="614566"/>
                  </a:lnTo>
                  <a:lnTo>
                    <a:pt x="627006" y="611238"/>
                  </a:lnTo>
                  <a:lnTo>
                    <a:pt x="565094" y="605805"/>
                  </a:lnTo>
                  <a:lnTo>
                    <a:pt x="505176" y="598358"/>
                  </a:lnTo>
                  <a:lnTo>
                    <a:pt x="447478" y="588991"/>
                  </a:lnTo>
                  <a:lnTo>
                    <a:pt x="392229" y="577795"/>
                  </a:lnTo>
                  <a:lnTo>
                    <a:pt x="339654" y="564863"/>
                  </a:lnTo>
                  <a:lnTo>
                    <a:pt x="289981" y="550286"/>
                  </a:lnTo>
                  <a:lnTo>
                    <a:pt x="243436" y="534158"/>
                  </a:lnTo>
                  <a:lnTo>
                    <a:pt x="200247" y="516571"/>
                  </a:lnTo>
                  <a:lnTo>
                    <a:pt x="160641" y="497617"/>
                  </a:lnTo>
                  <a:lnTo>
                    <a:pt x="124844" y="477388"/>
                  </a:lnTo>
                  <a:lnTo>
                    <a:pt x="93084" y="455976"/>
                  </a:lnTo>
                  <a:lnTo>
                    <a:pt x="42581" y="409975"/>
                  </a:lnTo>
                  <a:lnTo>
                    <a:pt x="10947" y="360353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2825623" y="2458339"/>
            <a:ext cx="900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95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Mejorar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la </a:t>
            </a:r>
            <a:r>
              <a:rPr sz="1200" b="1" spc="-10" dirty="0">
                <a:latin typeface="Calibri"/>
                <a:cs typeface="Calibri"/>
              </a:rPr>
              <a:t>comunicación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3311525" y="6007480"/>
            <a:ext cx="1410335" cy="622300"/>
            <a:chOff x="3311525" y="6007480"/>
            <a:chExt cx="1410335" cy="622300"/>
          </a:xfrm>
        </p:grpSpPr>
        <p:pic>
          <p:nvPicPr>
            <p:cNvPr id="118" name="object 11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314700" y="6010655"/>
              <a:ext cx="1403603" cy="615696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314700" y="6010655"/>
              <a:ext cx="1403985" cy="615950"/>
            </a:xfrm>
            <a:custGeom>
              <a:avLst/>
              <a:gdLst/>
              <a:ahLst/>
              <a:cxnLst/>
              <a:rect l="l" t="t" r="r" b="b"/>
              <a:pathLst>
                <a:path w="1403985" h="615950">
                  <a:moveTo>
                    <a:pt x="0" y="307848"/>
                  </a:moveTo>
                  <a:lnTo>
                    <a:pt x="11306" y="252513"/>
                  </a:lnTo>
                  <a:lnTo>
                    <a:pt x="43905" y="200431"/>
                  </a:lnTo>
                  <a:lnTo>
                    <a:pt x="95814" y="152473"/>
                  </a:lnTo>
                  <a:lnTo>
                    <a:pt x="128390" y="130312"/>
                  </a:lnTo>
                  <a:lnTo>
                    <a:pt x="165051" y="109507"/>
                  </a:lnTo>
                  <a:lnTo>
                    <a:pt x="205549" y="90168"/>
                  </a:lnTo>
                  <a:lnTo>
                    <a:pt x="249636" y="72403"/>
                  </a:lnTo>
                  <a:lnTo>
                    <a:pt x="297063" y="56321"/>
                  </a:lnTo>
                  <a:lnTo>
                    <a:pt x="347584" y="42031"/>
                  </a:lnTo>
                  <a:lnTo>
                    <a:pt x="400951" y="29641"/>
                  </a:lnTo>
                  <a:lnTo>
                    <a:pt x="456916" y="19260"/>
                  </a:lnTo>
                  <a:lnTo>
                    <a:pt x="515231" y="10996"/>
                  </a:lnTo>
                  <a:lnTo>
                    <a:pt x="575649" y="4960"/>
                  </a:lnTo>
                  <a:lnTo>
                    <a:pt x="637922" y="1258"/>
                  </a:lnTo>
                  <a:lnTo>
                    <a:pt x="701801" y="0"/>
                  </a:lnTo>
                  <a:lnTo>
                    <a:pt x="765681" y="1258"/>
                  </a:lnTo>
                  <a:lnTo>
                    <a:pt x="827954" y="4960"/>
                  </a:lnTo>
                  <a:lnTo>
                    <a:pt x="888372" y="10996"/>
                  </a:lnTo>
                  <a:lnTo>
                    <a:pt x="946687" y="19260"/>
                  </a:lnTo>
                  <a:lnTo>
                    <a:pt x="1002652" y="29641"/>
                  </a:lnTo>
                  <a:lnTo>
                    <a:pt x="1056019" y="42031"/>
                  </a:lnTo>
                  <a:lnTo>
                    <a:pt x="1106540" y="56321"/>
                  </a:lnTo>
                  <a:lnTo>
                    <a:pt x="1153967" y="72403"/>
                  </a:lnTo>
                  <a:lnTo>
                    <a:pt x="1198054" y="90168"/>
                  </a:lnTo>
                  <a:lnTo>
                    <a:pt x="1238552" y="109507"/>
                  </a:lnTo>
                  <a:lnTo>
                    <a:pt x="1275213" y="130312"/>
                  </a:lnTo>
                  <a:lnTo>
                    <a:pt x="1307789" y="152473"/>
                  </a:lnTo>
                  <a:lnTo>
                    <a:pt x="1359698" y="200431"/>
                  </a:lnTo>
                  <a:lnTo>
                    <a:pt x="1392297" y="252513"/>
                  </a:lnTo>
                  <a:lnTo>
                    <a:pt x="1403603" y="307848"/>
                  </a:lnTo>
                  <a:lnTo>
                    <a:pt x="1400736" y="335867"/>
                  </a:lnTo>
                  <a:lnTo>
                    <a:pt x="1378535" y="389684"/>
                  </a:lnTo>
                  <a:lnTo>
                    <a:pt x="1336033" y="439813"/>
                  </a:lnTo>
                  <a:lnTo>
                    <a:pt x="1275213" y="485383"/>
                  </a:lnTo>
                  <a:lnTo>
                    <a:pt x="1238552" y="506188"/>
                  </a:lnTo>
                  <a:lnTo>
                    <a:pt x="1198054" y="525527"/>
                  </a:lnTo>
                  <a:lnTo>
                    <a:pt x="1153967" y="543292"/>
                  </a:lnTo>
                  <a:lnTo>
                    <a:pt x="1106540" y="559374"/>
                  </a:lnTo>
                  <a:lnTo>
                    <a:pt x="1056019" y="573664"/>
                  </a:lnTo>
                  <a:lnTo>
                    <a:pt x="1002652" y="586054"/>
                  </a:lnTo>
                  <a:lnTo>
                    <a:pt x="946687" y="596435"/>
                  </a:lnTo>
                  <a:lnTo>
                    <a:pt x="888372" y="604699"/>
                  </a:lnTo>
                  <a:lnTo>
                    <a:pt x="827954" y="610735"/>
                  </a:lnTo>
                  <a:lnTo>
                    <a:pt x="765681" y="614437"/>
                  </a:lnTo>
                  <a:lnTo>
                    <a:pt x="701801" y="615696"/>
                  </a:lnTo>
                  <a:lnTo>
                    <a:pt x="637922" y="614437"/>
                  </a:lnTo>
                  <a:lnTo>
                    <a:pt x="575649" y="610735"/>
                  </a:lnTo>
                  <a:lnTo>
                    <a:pt x="515231" y="604699"/>
                  </a:lnTo>
                  <a:lnTo>
                    <a:pt x="456916" y="596435"/>
                  </a:lnTo>
                  <a:lnTo>
                    <a:pt x="400951" y="586054"/>
                  </a:lnTo>
                  <a:lnTo>
                    <a:pt x="347584" y="573664"/>
                  </a:lnTo>
                  <a:lnTo>
                    <a:pt x="297063" y="559374"/>
                  </a:lnTo>
                  <a:lnTo>
                    <a:pt x="249636" y="543292"/>
                  </a:lnTo>
                  <a:lnTo>
                    <a:pt x="205549" y="525527"/>
                  </a:lnTo>
                  <a:lnTo>
                    <a:pt x="165051" y="506188"/>
                  </a:lnTo>
                  <a:lnTo>
                    <a:pt x="128390" y="485383"/>
                  </a:lnTo>
                  <a:lnTo>
                    <a:pt x="95814" y="463222"/>
                  </a:lnTo>
                  <a:lnTo>
                    <a:pt x="43905" y="415264"/>
                  </a:lnTo>
                  <a:lnTo>
                    <a:pt x="11306" y="363182"/>
                  </a:lnTo>
                  <a:lnTo>
                    <a:pt x="0" y="307848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3654297" y="6114999"/>
            <a:ext cx="725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Plataforma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BI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3208401" y="1840483"/>
            <a:ext cx="4676775" cy="3572510"/>
            <a:chOff x="3208401" y="1840483"/>
            <a:chExt cx="4676775" cy="3572510"/>
          </a:xfrm>
        </p:grpSpPr>
        <p:sp>
          <p:nvSpPr>
            <p:cNvPr id="122" name="object 122"/>
            <p:cNvSpPr/>
            <p:nvPr/>
          </p:nvSpPr>
          <p:spPr>
            <a:xfrm>
              <a:off x="3208401" y="1841626"/>
              <a:ext cx="4459605" cy="3571240"/>
            </a:xfrm>
            <a:custGeom>
              <a:avLst/>
              <a:gdLst/>
              <a:ahLst/>
              <a:cxnLst/>
              <a:rect l="l" t="t" r="r" b="b"/>
              <a:pathLst>
                <a:path w="4459605" h="3571240">
                  <a:moveTo>
                    <a:pt x="1595247" y="1109599"/>
                  </a:moveTo>
                  <a:lnTo>
                    <a:pt x="1511808" y="1092327"/>
                  </a:lnTo>
                  <a:lnTo>
                    <a:pt x="1518729" y="1118450"/>
                  </a:lnTo>
                  <a:lnTo>
                    <a:pt x="791552" y="1311681"/>
                  </a:lnTo>
                  <a:lnTo>
                    <a:pt x="145427" y="1138402"/>
                  </a:lnTo>
                  <a:lnTo>
                    <a:pt x="146304" y="1135126"/>
                  </a:lnTo>
                  <a:lnTo>
                    <a:pt x="152400" y="1112393"/>
                  </a:lnTo>
                  <a:lnTo>
                    <a:pt x="68961" y="1129411"/>
                  </a:lnTo>
                  <a:lnTo>
                    <a:pt x="132715" y="1185926"/>
                  </a:lnTo>
                  <a:lnTo>
                    <a:pt x="139674" y="1159891"/>
                  </a:lnTo>
                  <a:lnTo>
                    <a:pt x="748449" y="1323136"/>
                  </a:lnTo>
                  <a:lnTo>
                    <a:pt x="24472" y="1515503"/>
                  </a:lnTo>
                  <a:lnTo>
                    <a:pt x="68795" y="1206449"/>
                  </a:lnTo>
                  <a:lnTo>
                    <a:pt x="95491" y="1210310"/>
                  </a:lnTo>
                  <a:lnTo>
                    <a:pt x="88950" y="1190625"/>
                  </a:lnTo>
                  <a:lnTo>
                    <a:pt x="68567" y="1129411"/>
                  </a:lnTo>
                  <a:lnTo>
                    <a:pt x="20066" y="1199388"/>
                  </a:lnTo>
                  <a:lnTo>
                    <a:pt x="46812" y="1203274"/>
                  </a:lnTo>
                  <a:lnTo>
                    <a:pt x="0" y="1528953"/>
                  </a:lnTo>
                  <a:lnTo>
                    <a:pt x="11049" y="1530540"/>
                  </a:lnTo>
                  <a:lnTo>
                    <a:pt x="13843" y="1541272"/>
                  </a:lnTo>
                  <a:lnTo>
                    <a:pt x="791464" y="1334668"/>
                  </a:lnTo>
                  <a:lnTo>
                    <a:pt x="1522222" y="1530604"/>
                  </a:lnTo>
                  <a:lnTo>
                    <a:pt x="1527937" y="1509141"/>
                  </a:lnTo>
                  <a:lnTo>
                    <a:pt x="834567" y="1323213"/>
                  </a:lnTo>
                  <a:lnTo>
                    <a:pt x="1524431" y="1139913"/>
                  </a:lnTo>
                  <a:lnTo>
                    <a:pt x="1531366" y="1165987"/>
                  </a:lnTo>
                  <a:lnTo>
                    <a:pt x="1588909" y="1115187"/>
                  </a:lnTo>
                  <a:lnTo>
                    <a:pt x="1595247" y="1109599"/>
                  </a:lnTo>
                  <a:close/>
                </a:path>
                <a:path w="4459605" h="3571240">
                  <a:moveTo>
                    <a:pt x="1869567" y="3532759"/>
                  </a:moveTo>
                  <a:lnTo>
                    <a:pt x="1847202" y="3521583"/>
                  </a:lnTo>
                  <a:lnTo>
                    <a:pt x="1793367" y="3494659"/>
                  </a:lnTo>
                  <a:lnTo>
                    <a:pt x="1793367" y="3521583"/>
                  </a:lnTo>
                  <a:lnTo>
                    <a:pt x="968121" y="3521583"/>
                  </a:lnTo>
                  <a:lnTo>
                    <a:pt x="968121" y="3543808"/>
                  </a:lnTo>
                  <a:lnTo>
                    <a:pt x="1793367" y="3543808"/>
                  </a:lnTo>
                  <a:lnTo>
                    <a:pt x="1793367" y="3570859"/>
                  </a:lnTo>
                  <a:lnTo>
                    <a:pt x="1847469" y="3543808"/>
                  </a:lnTo>
                  <a:lnTo>
                    <a:pt x="1869567" y="3532759"/>
                  </a:lnTo>
                  <a:close/>
                </a:path>
                <a:path w="4459605" h="3571240">
                  <a:moveTo>
                    <a:pt x="2578989" y="3217291"/>
                  </a:moveTo>
                  <a:lnTo>
                    <a:pt x="1585150" y="2182558"/>
                  </a:lnTo>
                  <a:lnTo>
                    <a:pt x="1594726" y="2173351"/>
                  </a:lnTo>
                  <a:lnTo>
                    <a:pt x="1604645" y="2163826"/>
                  </a:lnTo>
                  <a:lnTo>
                    <a:pt x="1524381" y="2135251"/>
                  </a:lnTo>
                  <a:lnTo>
                    <a:pt x="1549654" y="2216658"/>
                  </a:lnTo>
                  <a:lnTo>
                    <a:pt x="1569148" y="2197925"/>
                  </a:lnTo>
                  <a:lnTo>
                    <a:pt x="2562987" y="3232658"/>
                  </a:lnTo>
                  <a:lnTo>
                    <a:pt x="2578989" y="3217291"/>
                  </a:lnTo>
                  <a:close/>
                </a:path>
                <a:path w="4459605" h="3571240">
                  <a:moveTo>
                    <a:pt x="3134868" y="495046"/>
                  </a:moveTo>
                  <a:lnTo>
                    <a:pt x="2453881" y="53657"/>
                  </a:lnTo>
                  <a:lnTo>
                    <a:pt x="2458377" y="46736"/>
                  </a:lnTo>
                  <a:lnTo>
                    <a:pt x="2468626" y="30988"/>
                  </a:lnTo>
                  <a:lnTo>
                    <a:pt x="2384691" y="21551"/>
                  </a:lnTo>
                  <a:lnTo>
                    <a:pt x="2302383" y="0"/>
                  </a:lnTo>
                  <a:lnTo>
                    <a:pt x="2307996" y="26390"/>
                  </a:lnTo>
                  <a:lnTo>
                    <a:pt x="2302637" y="27533"/>
                  </a:lnTo>
                  <a:lnTo>
                    <a:pt x="2298827" y="27813"/>
                  </a:lnTo>
                  <a:lnTo>
                    <a:pt x="2299093" y="28282"/>
                  </a:lnTo>
                  <a:lnTo>
                    <a:pt x="66675" y="502412"/>
                  </a:lnTo>
                  <a:lnTo>
                    <a:pt x="71247" y="524129"/>
                  </a:lnTo>
                  <a:lnTo>
                    <a:pt x="2311146" y="48437"/>
                  </a:lnTo>
                  <a:lnTo>
                    <a:pt x="2312733" y="51079"/>
                  </a:lnTo>
                  <a:lnTo>
                    <a:pt x="1588770" y="483997"/>
                  </a:lnTo>
                  <a:lnTo>
                    <a:pt x="1600200" y="503047"/>
                  </a:lnTo>
                  <a:lnTo>
                    <a:pt x="2318067" y="73698"/>
                  </a:lnTo>
                  <a:lnTo>
                    <a:pt x="2318258" y="74549"/>
                  </a:lnTo>
                  <a:lnTo>
                    <a:pt x="2323084" y="70700"/>
                  </a:lnTo>
                  <a:lnTo>
                    <a:pt x="2324100" y="70091"/>
                  </a:lnTo>
                  <a:lnTo>
                    <a:pt x="2337943" y="93218"/>
                  </a:lnTo>
                  <a:lnTo>
                    <a:pt x="2369020" y="44577"/>
                  </a:lnTo>
                  <a:lnTo>
                    <a:pt x="2382736" y="23114"/>
                  </a:lnTo>
                  <a:lnTo>
                    <a:pt x="2384196" y="21958"/>
                  </a:lnTo>
                  <a:lnTo>
                    <a:pt x="2427097" y="94869"/>
                  </a:lnTo>
                  <a:lnTo>
                    <a:pt x="2441829" y="72212"/>
                  </a:lnTo>
                  <a:lnTo>
                    <a:pt x="3122676" y="513715"/>
                  </a:lnTo>
                  <a:lnTo>
                    <a:pt x="3134868" y="495046"/>
                  </a:lnTo>
                  <a:close/>
                </a:path>
                <a:path w="4459605" h="3571240">
                  <a:moveTo>
                    <a:pt x="3142361" y="1204341"/>
                  </a:moveTo>
                  <a:lnTo>
                    <a:pt x="3137928" y="1177671"/>
                  </a:lnTo>
                  <a:lnTo>
                    <a:pt x="3128391" y="1120267"/>
                  </a:lnTo>
                  <a:lnTo>
                    <a:pt x="3069590" y="1181862"/>
                  </a:lnTo>
                  <a:lnTo>
                    <a:pt x="3095307" y="1189812"/>
                  </a:lnTo>
                  <a:lnTo>
                    <a:pt x="2996565" y="1509903"/>
                  </a:lnTo>
                  <a:lnTo>
                    <a:pt x="3017901" y="1516507"/>
                  </a:lnTo>
                  <a:lnTo>
                    <a:pt x="3116643" y="1196403"/>
                  </a:lnTo>
                  <a:lnTo>
                    <a:pt x="3142361" y="1204341"/>
                  </a:lnTo>
                  <a:close/>
                </a:path>
                <a:path w="4459605" h="3571240">
                  <a:moveTo>
                    <a:pt x="4459478" y="1493012"/>
                  </a:moveTo>
                  <a:lnTo>
                    <a:pt x="3205442" y="1130769"/>
                  </a:lnTo>
                  <a:lnTo>
                    <a:pt x="3206458" y="1127252"/>
                  </a:lnTo>
                  <a:lnTo>
                    <a:pt x="3212973" y="1104773"/>
                  </a:lnTo>
                  <a:lnTo>
                    <a:pt x="3129153" y="1120267"/>
                  </a:lnTo>
                  <a:lnTo>
                    <a:pt x="3191764" y="1178052"/>
                  </a:lnTo>
                  <a:lnTo>
                    <a:pt x="3199269" y="1152118"/>
                  </a:lnTo>
                  <a:lnTo>
                    <a:pt x="4453255" y="1514348"/>
                  </a:lnTo>
                  <a:lnTo>
                    <a:pt x="4459478" y="149301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274820" y="1840483"/>
              <a:ext cx="3610610" cy="2755265"/>
            </a:xfrm>
            <a:custGeom>
              <a:avLst/>
              <a:gdLst/>
              <a:ahLst/>
              <a:cxnLst/>
              <a:rect l="l" t="t" r="r" b="b"/>
              <a:pathLst>
                <a:path w="3610609" h="2755265">
                  <a:moveTo>
                    <a:pt x="1968119" y="2705862"/>
                  </a:moveTo>
                  <a:lnTo>
                    <a:pt x="1967992" y="2689987"/>
                  </a:lnTo>
                  <a:lnTo>
                    <a:pt x="76111" y="2709164"/>
                  </a:lnTo>
                  <a:lnTo>
                    <a:pt x="75920" y="2689987"/>
                  </a:lnTo>
                  <a:lnTo>
                    <a:pt x="75819" y="2679065"/>
                  </a:lnTo>
                  <a:lnTo>
                    <a:pt x="0" y="2717927"/>
                  </a:lnTo>
                  <a:lnTo>
                    <a:pt x="76581" y="2755265"/>
                  </a:lnTo>
                  <a:lnTo>
                    <a:pt x="76276" y="2725166"/>
                  </a:lnTo>
                  <a:lnTo>
                    <a:pt x="76276" y="2725039"/>
                  </a:lnTo>
                  <a:lnTo>
                    <a:pt x="1968119" y="2705862"/>
                  </a:lnTo>
                  <a:close/>
                </a:path>
                <a:path w="3610609" h="2755265">
                  <a:moveTo>
                    <a:pt x="3610356" y="489585"/>
                  </a:moveTo>
                  <a:lnTo>
                    <a:pt x="1392948" y="29514"/>
                  </a:lnTo>
                  <a:lnTo>
                    <a:pt x="1393482" y="26924"/>
                  </a:lnTo>
                  <a:lnTo>
                    <a:pt x="1399032" y="0"/>
                  </a:lnTo>
                  <a:lnTo>
                    <a:pt x="1316736" y="21844"/>
                  </a:lnTo>
                  <a:lnTo>
                    <a:pt x="1383665" y="74676"/>
                  </a:lnTo>
                  <a:lnTo>
                    <a:pt x="1389735" y="45135"/>
                  </a:lnTo>
                  <a:lnTo>
                    <a:pt x="3607181" y="505079"/>
                  </a:lnTo>
                  <a:lnTo>
                    <a:pt x="3610356" y="4895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965575" y="3970782"/>
              <a:ext cx="2251075" cy="1196340"/>
            </a:xfrm>
            <a:custGeom>
              <a:avLst/>
              <a:gdLst/>
              <a:ahLst/>
              <a:cxnLst/>
              <a:rect l="l" t="t" r="r" b="b"/>
              <a:pathLst>
                <a:path w="2251075" h="1196339">
                  <a:moveTo>
                    <a:pt x="2178417" y="25723"/>
                  </a:moveTo>
                  <a:lnTo>
                    <a:pt x="0" y="1176528"/>
                  </a:lnTo>
                  <a:lnTo>
                    <a:pt x="10413" y="1196213"/>
                  </a:lnTo>
                  <a:lnTo>
                    <a:pt x="2188804" y="45422"/>
                  </a:lnTo>
                  <a:lnTo>
                    <a:pt x="2178417" y="25723"/>
                  </a:lnTo>
                  <a:close/>
                </a:path>
                <a:path w="2251075" h="1196339">
                  <a:moveTo>
                    <a:pt x="2236796" y="19812"/>
                  </a:moveTo>
                  <a:lnTo>
                    <a:pt x="2189607" y="19812"/>
                  </a:lnTo>
                  <a:lnTo>
                    <a:pt x="2200021" y="39497"/>
                  </a:lnTo>
                  <a:lnTo>
                    <a:pt x="2188804" y="45422"/>
                  </a:lnTo>
                  <a:lnTo>
                    <a:pt x="2201417" y="69342"/>
                  </a:lnTo>
                  <a:lnTo>
                    <a:pt x="2236796" y="19812"/>
                  </a:lnTo>
                  <a:close/>
                </a:path>
                <a:path w="2251075" h="1196339">
                  <a:moveTo>
                    <a:pt x="2189607" y="19812"/>
                  </a:moveTo>
                  <a:lnTo>
                    <a:pt x="2178417" y="25723"/>
                  </a:lnTo>
                  <a:lnTo>
                    <a:pt x="2188804" y="45422"/>
                  </a:lnTo>
                  <a:lnTo>
                    <a:pt x="2200021" y="39497"/>
                  </a:lnTo>
                  <a:lnTo>
                    <a:pt x="2189607" y="19812"/>
                  </a:lnTo>
                  <a:close/>
                </a:path>
                <a:path w="2251075" h="1196339">
                  <a:moveTo>
                    <a:pt x="2250948" y="0"/>
                  </a:moveTo>
                  <a:lnTo>
                    <a:pt x="2165858" y="1905"/>
                  </a:lnTo>
                  <a:lnTo>
                    <a:pt x="2178417" y="25723"/>
                  </a:lnTo>
                  <a:lnTo>
                    <a:pt x="2189607" y="19812"/>
                  </a:lnTo>
                  <a:lnTo>
                    <a:pt x="2236796" y="19812"/>
                  </a:lnTo>
                  <a:lnTo>
                    <a:pt x="22509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Definir</a:t>
            </a:r>
            <a:r>
              <a:rPr spc="-190" dirty="0"/>
              <a:t> </a:t>
            </a:r>
            <a:r>
              <a:rPr spc="-150" dirty="0"/>
              <a:t>el</a:t>
            </a:r>
            <a:r>
              <a:rPr spc="-180" dirty="0"/>
              <a:t> </a:t>
            </a:r>
            <a:r>
              <a:rPr spc="-105" dirty="0"/>
              <a:t>modelo</a:t>
            </a:r>
            <a:r>
              <a:rPr spc="-200" dirty="0"/>
              <a:t> </a:t>
            </a:r>
            <a:r>
              <a:rPr spc="-50" dirty="0"/>
              <a:t>de</a:t>
            </a:r>
            <a:r>
              <a:rPr spc="-190" dirty="0"/>
              <a:t> </a:t>
            </a:r>
            <a:r>
              <a:rPr spc="-90" dirty="0"/>
              <a:t>explotación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132" y="821338"/>
            <a:ext cx="8787765" cy="932815"/>
            <a:chOff x="73132" y="821338"/>
            <a:chExt cx="8787765" cy="9328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32" y="1298344"/>
              <a:ext cx="2764575" cy="3796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80" y="1287792"/>
              <a:ext cx="1173480" cy="454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1" y="1316736"/>
              <a:ext cx="2692908" cy="3078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251" y="1316736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5" h="307975">
                  <a:moveTo>
                    <a:pt x="0" y="51308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8" y="0"/>
                  </a:lnTo>
                  <a:lnTo>
                    <a:pt x="2641600" y="0"/>
                  </a:lnTo>
                  <a:lnTo>
                    <a:pt x="2661564" y="4034"/>
                  </a:lnTo>
                  <a:lnTo>
                    <a:pt x="2677874" y="15033"/>
                  </a:lnTo>
                  <a:lnTo>
                    <a:pt x="2688873" y="31343"/>
                  </a:lnTo>
                  <a:lnTo>
                    <a:pt x="2692908" y="51308"/>
                  </a:lnTo>
                  <a:lnTo>
                    <a:pt x="2692908" y="256539"/>
                  </a:lnTo>
                  <a:lnTo>
                    <a:pt x="2688873" y="276504"/>
                  </a:lnTo>
                  <a:lnTo>
                    <a:pt x="2677874" y="292814"/>
                  </a:lnTo>
                  <a:lnTo>
                    <a:pt x="2661564" y="303813"/>
                  </a:lnTo>
                  <a:lnTo>
                    <a:pt x="2641600" y="307848"/>
                  </a:lnTo>
                  <a:lnTo>
                    <a:pt x="51308" y="307848"/>
                  </a:lnTo>
                  <a:lnTo>
                    <a:pt x="31337" y="303813"/>
                  </a:lnTo>
                  <a:lnTo>
                    <a:pt x="15028" y="292814"/>
                  </a:lnTo>
                  <a:lnTo>
                    <a:pt x="4032" y="276504"/>
                  </a:lnTo>
                  <a:lnTo>
                    <a:pt x="0" y="256539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4555" y="1310536"/>
              <a:ext cx="2764575" cy="37968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1147" y="1299984"/>
              <a:ext cx="1231391" cy="4541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2675" y="1328927"/>
              <a:ext cx="2692908" cy="3078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22675" y="1328927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5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2641600" y="0"/>
                  </a:lnTo>
                  <a:lnTo>
                    <a:pt x="2661564" y="4034"/>
                  </a:lnTo>
                  <a:lnTo>
                    <a:pt x="2677874" y="15033"/>
                  </a:lnTo>
                  <a:lnTo>
                    <a:pt x="2688873" y="31343"/>
                  </a:lnTo>
                  <a:lnTo>
                    <a:pt x="2692908" y="51308"/>
                  </a:lnTo>
                  <a:lnTo>
                    <a:pt x="2692908" y="256539"/>
                  </a:lnTo>
                  <a:lnTo>
                    <a:pt x="2688873" y="276504"/>
                  </a:lnTo>
                  <a:lnTo>
                    <a:pt x="2677874" y="292814"/>
                  </a:lnTo>
                  <a:lnTo>
                    <a:pt x="2661564" y="303813"/>
                  </a:lnTo>
                  <a:lnTo>
                    <a:pt x="2641600" y="307848"/>
                  </a:lnTo>
                  <a:lnTo>
                    <a:pt x="51307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79" y="1298344"/>
              <a:ext cx="2764575" cy="3796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8083" y="1287792"/>
              <a:ext cx="1420368" cy="4541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4100" y="1316736"/>
              <a:ext cx="2692907" cy="3078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34100" y="1316736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4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2641600" y="0"/>
                  </a:lnTo>
                  <a:lnTo>
                    <a:pt x="2661564" y="4034"/>
                  </a:lnTo>
                  <a:lnTo>
                    <a:pt x="2677874" y="15033"/>
                  </a:lnTo>
                  <a:lnTo>
                    <a:pt x="2688873" y="31343"/>
                  </a:lnTo>
                  <a:lnTo>
                    <a:pt x="2692907" y="51308"/>
                  </a:lnTo>
                  <a:lnTo>
                    <a:pt x="2692907" y="256539"/>
                  </a:lnTo>
                  <a:lnTo>
                    <a:pt x="2688873" y="276504"/>
                  </a:lnTo>
                  <a:lnTo>
                    <a:pt x="2677874" y="292814"/>
                  </a:lnTo>
                  <a:lnTo>
                    <a:pt x="2661564" y="303813"/>
                  </a:lnTo>
                  <a:lnTo>
                    <a:pt x="2641600" y="307848"/>
                  </a:lnTo>
                  <a:lnTo>
                    <a:pt x="51308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3137" y="821338"/>
              <a:ext cx="6249937" cy="40710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8132" y="824496"/>
              <a:ext cx="5676900" cy="4541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1243" y="839724"/>
              <a:ext cx="6178296" cy="3352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71243" y="839724"/>
              <a:ext cx="6178550" cy="335280"/>
            </a:xfrm>
            <a:custGeom>
              <a:avLst/>
              <a:gdLst/>
              <a:ahLst/>
              <a:cxnLst/>
              <a:rect l="l" t="t" r="r" b="b"/>
              <a:pathLst>
                <a:path w="6178550" h="335280">
                  <a:moveTo>
                    <a:pt x="0" y="55879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80" y="0"/>
                  </a:lnTo>
                  <a:lnTo>
                    <a:pt x="6122415" y="0"/>
                  </a:lnTo>
                  <a:lnTo>
                    <a:pt x="6144166" y="4391"/>
                  </a:lnTo>
                  <a:lnTo>
                    <a:pt x="6161928" y="16367"/>
                  </a:lnTo>
                  <a:lnTo>
                    <a:pt x="6173904" y="34129"/>
                  </a:lnTo>
                  <a:lnTo>
                    <a:pt x="6178296" y="55879"/>
                  </a:lnTo>
                  <a:lnTo>
                    <a:pt x="6178296" y="279400"/>
                  </a:lnTo>
                  <a:lnTo>
                    <a:pt x="6173904" y="301150"/>
                  </a:lnTo>
                  <a:lnTo>
                    <a:pt x="6161928" y="318912"/>
                  </a:lnTo>
                  <a:lnTo>
                    <a:pt x="6144166" y="330888"/>
                  </a:lnTo>
                  <a:lnTo>
                    <a:pt x="6122415" y="335279"/>
                  </a:lnTo>
                  <a:lnTo>
                    <a:pt x="55880" y="335279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79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9391" y="2829706"/>
            <a:ext cx="1630341" cy="27385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72383" y="2851404"/>
            <a:ext cx="458723" cy="47091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41904" y="5667755"/>
            <a:ext cx="470916" cy="47091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72383" y="3468623"/>
            <a:ext cx="458723" cy="47091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054095" y="4005071"/>
            <a:ext cx="459105" cy="952500"/>
            <a:chOff x="3054095" y="4005071"/>
            <a:chExt cx="459105" cy="952500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54095" y="4005071"/>
              <a:ext cx="458723" cy="458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54095" y="4498847"/>
              <a:ext cx="458723" cy="458724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54095" y="6268210"/>
            <a:ext cx="458723" cy="48310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48000" y="5076444"/>
            <a:ext cx="470915" cy="47091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257544" y="2112169"/>
            <a:ext cx="568451" cy="57616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939628" y="2133813"/>
            <a:ext cx="559119" cy="56584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629328" y="2123971"/>
            <a:ext cx="558937" cy="558937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3627120" y="5109971"/>
            <a:ext cx="3272154" cy="437515"/>
          </a:xfrm>
          <a:custGeom>
            <a:avLst/>
            <a:gdLst/>
            <a:ahLst/>
            <a:cxnLst/>
            <a:rect l="l" t="t" r="r" b="b"/>
            <a:pathLst>
              <a:path w="3272154" h="437514">
                <a:moveTo>
                  <a:pt x="0" y="72897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7" y="0"/>
                </a:lnTo>
                <a:lnTo>
                  <a:pt x="3199129" y="0"/>
                </a:lnTo>
                <a:lnTo>
                  <a:pt x="3227504" y="5728"/>
                </a:lnTo>
                <a:lnTo>
                  <a:pt x="3250676" y="21351"/>
                </a:lnTo>
                <a:lnTo>
                  <a:pt x="3266299" y="44523"/>
                </a:lnTo>
                <a:lnTo>
                  <a:pt x="3272028" y="72897"/>
                </a:lnTo>
                <a:lnTo>
                  <a:pt x="3272028" y="364489"/>
                </a:lnTo>
                <a:lnTo>
                  <a:pt x="3266299" y="392864"/>
                </a:lnTo>
                <a:lnTo>
                  <a:pt x="3250676" y="416036"/>
                </a:lnTo>
                <a:lnTo>
                  <a:pt x="3227504" y="431659"/>
                </a:lnTo>
                <a:lnTo>
                  <a:pt x="3199129" y="437387"/>
                </a:lnTo>
                <a:lnTo>
                  <a:pt x="72897" y="437387"/>
                </a:lnTo>
                <a:lnTo>
                  <a:pt x="44523" y="431659"/>
                </a:lnTo>
                <a:lnTo>
                  <a:pt x="21351" y="416036"/>
                </a:lnTo>
                <a:lnTo>
                  <a:pt x="5728" y="392864"/>
                </a:lnTo>
                <a:lnTo>
                  <a:pt x="0" y="364489"/>
                </a:lnTo>
                <a:lnTo>
                  <a:pt x="0" y="72897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27120" y="4032503"/>
            <a:ext cx="3272154" cy="934719"/>
          </a:xfrm>
          <a:custGeom>
            <a:avLst/>
            <a:gdLst/>
            <a:ahLst/>
            <a:cxnLst/>
            <a:rect l="l" t="t" r="r" b="b"/>
            <a:pathLst>
              <a:path w="3272154" h="934720">
                <a:moveTo>
                  <a:pt x="0" y="569722"/>
                </a:moveTo>
                <a:lnTo>
                  <a:pt x="5728" y="541347"/>
                </a:lnTo>
                <a:lnTo>
                  <a:pt x="21351" y="518175"/>
                </a:lnTo>
                <a:lnTo>
                  <a:pt x="44523" y="502552"/>
                </a:lnTo>
                <a:lnTo>
                  <a:pt x="72897" y="496824"/>
                </a:lnTo>
                <a:lnTo>
                  <a:pt x="3199129" y="496824"/>
                </a:lnTo>
                <a:lnTo>
                  <a:pt x="3227504" y="502552"/>
                </a:lnTo>
                <a:lnTo>
                  <a:pt x="3250676" y="518175"/>
                </a:lnTo>
                <a:lnTo>
                  <a:pt x="3266299" y="541347"/>
                </a:lnTo>
                <a:lnTo>
                  <a:pt x="3272028" y="569722"/>
                </a:lnTo>
                <a:lnTo>
                  <a:pt x="3272028" y="861314"/>
                </a:lnTo>
                <a:lnTo>
                  <a:pt x="3266299" y="889688"/>
                </a:lnTo>
                <a:lnTo>
                  <a:pt x="3250676" y="912860"/>
                </a:lnTo>
                <a:lnTo>
                  <a:pt x="3227504" y="928483"/>
                </a:lnTo>
                <a:lnTo>
                  <a:pt x="3199129" y="934212"/>
                </a:lnTo>
                <a:lnTo>
                  <a:pt x="72897" y="934212"/>
                </a:lnTo>
                <a:lnTo>
                  <a:pt x="44523" y="928483"/>
                </a:lnTo>
                <a:lnTo>
                  <a:pt x="21351" y="912860"/>
                </a:lnTo>
                <a:lnTo>
                  <a:pt x="5728" y="889688"/>
                </a:lnTo>
                <a:lnTo>
                  <a:pt x="0" y="861314"/>
                </a:lnTo>
                <a:lnTo>
                  <a:pt x="0" y="569722"/>
                </a:lnTo>
                <a:close/>
              </a:path>
              <a:path w="3272154" h="934720">
                <a:moveTo>
                  <a:pt x="0" y="72898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7" y="0"/>
                </a:lnTo>
                <a:lnTo>
                  <a:pt x="3199129" y="0"/>
                </a:lnTo>
                <a:lnTo>
                  <a:pt x="3227504" y="5728"/>
                </a:lnTo>
                <a:lnTo>
                  <a:pt x="3250676" y="21351"/>
                </a:lnTo>
                <a:lnTo>
                  <a:pt x="3266299" y="44523"/>
                </a:lnTo>
                <a:lnTo>
                  <a:pt x="3272028" y="72898"/>
                </a:lnTo>
                <a:lnTo>
                  <a:pt x="3272028" y="364490"/>
                </a:lnTo>
                <a:lnTo>
                  <a:pt x="3266299" y="392864"/>
                </a:lnTo>
                <a:lnTo>
                  <a:pt x="3250676" y="416036"/>
                </a:lnTo>
                <a:lnTo>
                  <a:pt x="3227504" y="431659"/>
                </a:lnTo>
                <a:lnTo>
                  <a:pt x="3199129" y="437388"/>
                </a:lnTo>
                <a:lnTo>
                  <a:pt x="72897" y="437388"/>
                </a:lnTo>
                <a:lnTo>
                  <a:pt x="44523" y="431659"/>
                </a:lnTo>
                <a:lnTo>
                  <a:pt x="21351" y="416036"/>
                </a:lnTo>
                <a:lnTo>
                  <a:pt x="5728" y="392864"/>
                </a:lnTo>
                <a:lnTo>
                  <a:pt x="0" y="364490"/>
                </a:lnTo>
                <a:lnTo>
                  <a:pt x="0" y="72898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627120" y="3502152"/>
            <a:ext cx="3272154" cy="437515"/>
          </a:xfrm>
          <a:custGeom>
            <a:avLst/>
            <a:gdLst/>
            <a:ahLst/>
            <a:cxnLst/>
            <a:rect l="l" t="t" r="r" b="b"/>
            <a:pathLst>
              <a:path w="3272154" h="437514">
                <a:moveTo>
                  <a:pt x="0" y="72898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7" y="0"/>
                </a:lnTo>
                <a:lnTo>
                  <a:pt x="3199129" y="0"/>
                </a:lnTo>
                <a:lnTo>
                  <a:pt x="3227504" y="5728"/>
                </a:lnTo>
                <a:lnTo>
                  <a:pt x="3250676" y="21351"/>
                </a:lnTo>
                <a:lnTo>
                  <a:pt x="3266299" y="44523"/>
                </a:lnTo>
                <a:lnTo>
                  <a:pt x="3272028" y="72898"/>
                </a:lnTo>
                <a:lnTo>
                  <a:pt x="3272028" y="364490"/>
                </a:lnTo>
                <a:lnTo>
                  <a:pt x="3266299" y="392864"/>
                </a:lnTo>
                <a:lnTo>
                  <a:pt x="3250676" y="416036"/>
                </a:lnTo>
                <a:lnTo>
                  <a:pt x="3227504" y="431659"/>
                </a:lnTo>
                <a:lnTo>
                  <a:pt x="3199129" y="437388"/>
                </a:lnTo>
                <a:lnTo>
                  <a:pt x="72897" y="437388"/>
                </a:lnTo>
                <a:lnTo>
                  <a:pt x="44523" y="431659"/>
                </a:lnTo>
                <a:lnTo>
                  <a:pt x="21351" y="416036"/>
                </a:lnTo>
                <a:lnTo>
                  <a:pt x="5728" y="392864"/>
                </a:lnTo>
                <a:lnTo>
                  <a:pt x="0" y="364490"/>
                </a:lnTo>
                <a:lnTo>
                  <a:pt x="0" y="72898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27120" y="2852927"/>
            <a:ext cx="3272154" cy="437515"/>
          </a:xfrm>
          <a:custGeom>
            <a:avLst/>
            <a:gdLst/>
            <a:ahLst/>
            <a:cxnLst/>
            <a:rect l="l" t="t" r="r" b="b"/>
            <a:pathLst>
              <a:path w="3272154" h="437514">
                <a:moveTo>
                  <a:pt x="0" y="72898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7" y="0"/>
                </a:lnTo>
                <a:lnTo>
                  <a:pt x="3199129" y="0"/>
                </a:lnTo>
                <a:lnTo>
                  <a:pt x="3227504" y="5728"/>
                </a:lnTo>
                <a:lnTo>
                  <a:pt x="3250676" y="21351"/>
                </a:lnTo>
                <a:lnTo>
                  <a:pt x="3266299" y="44523"/>
                </a:lnTo>
                <a:lnTo>
                  <a:pt x="3272028" y="72898"/>
                </a:lnTo>
                <a:lnTo>
                  <a:pt x="3272028" y="364489"/>
                </a:lnTo>
                <a:lnTo>
                  <a:pt x="3266299" y="392864"/>
                </a:lnTo>
                <a:lnTo>
                  <a:pt x="3250676" y="416036"/>
                </a:lnTo>
                <a:lnTo>
                  <a:pt x="3227504" y="431659"/>
                </a:lnTo>
                <a:lnTo>
                  <a:pt x="3199129" y="437388"/>
                </a:lnTo>
                <a:lnTo>
                  <a:pt x="72897" y="437388"/>
                </a:lnTo>
                <a:lnTo>
                  <a:pt x="44523" y="431659"/>
                </a:lnTo>
                <a:lnTo>
                  <a:pt x="21351" y="416036"/>
                </a:lnTo>
                <a:lnTo>
                  <a:pt x="5728" y="392864"/>
                </a:lnTo>
                <a:lnTo>
                  <a:pt x="0" y="364489"/>
                </a:lnTo>
                <a:lnTo>
                  <a:pt x="0" y="72898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27120" y="5684520"/>
            <a:ext cx="3272154" cy="437515"/>
          </a:xfrm>
          <a:custGeom>
            <a:avLst/>
            <a:gdLst/>
            <a:ahLst/>
            <a:cxnLst/>
            <a:rect l="l" t="t" r="r" b="b"/>
            <a:pathLst>
              <a:path w="3272154" h="437514">
                <a:moveTo>
                  <a:pt x="0" y="72897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7" y="0"/>
                </a:lnTo>
                <a:lnTo>
                  <a:pt x="3199129" y="0"/>
                </a:lnTo>
                <a:lnTo>
                  <a:pt x="3227504" y="5728"/>
                </a:lnTo>
                <a:lnTo>
                  <a:pt x="3250676" y="21351"/>
                </a:lnTo>
                <a:lnTo>
                  <a:pt x="3266299" y="44523"/>
                </a:lnTo>
                <a:lnTo>
                  <a:pt x="3272028" y="72897"/>
                </a:lnTo>
                <a:lnTo>
                  <a:pt x="3272028" y="364489"/>
                </a:lnTo>
                <a:lnTo>
                  <a:pt x="3266299" y="392864"/>
                </a:lnTo>
                <a:lnTo>
                  <a:pt x="3250676" y="416036"/>
                </a:lnTo>
                <a:lnTo>
                  <a:pt x="3227504" y="431659"/>
                </a:lnTo>
                <a:lnTo>
                  <a:pt x="3199129" y="437387"/>
                </a:lnTo>
                <a:lnTo>
                  <a:pt x="72897" y="437387"/>
                </a:lnTo>
                <a:lnTo>
                  <a:pt x="44523" y="431659"/>
                </a:lnTo>
                <a:lnTo>
                  <a:pt x="21351" y="416036"/>
                </a:lnTo>
                <a:lnTo>
                  <a:pt x="5728" y="392864"/>
                </a:lnTo>
                <a:lnTo>
                  <a:pt x="0" y="364489"/>
                </a:lnTo>
                <a:lnTo>
                  <a:pt x="0" y="72897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27120" y="6291071"/>
            <a:ext cx="3272154" cy="437515"/>
          </a:xfrm>
          <a:custGeom>
            <a:avLst/>
            <a:gdLst/>
            <a:ahLst/>
            <a:cxnLst/>
            <a:rect l="l" t="t" r="r" b="b"/>
            <a:pathLst>
              <a:path w="3272154" h="437515">
                <a:moveTo>
                  <a:pt x="0" y="72897"/>
                </a:moveTo>
                <a:lnTo>
                  <a:pt x="5728" y="44523"/>
                </a:lnTo>
                <a:lnTo>
                  <a:pt x="21351" y="21351"/>
                </a:lnTo>
                <a:lnTo>
                  <a:pt x="44523" y="5728"/>
                </a:lnTo>
                <a:lnTo>
                  <a:pt x="72897" y="0"/>
                </a:lnTo>
                <a:lnTo>
                  <a:pt x="3199129" y="0"/>
                </a:lnTo>
                <a:lnTo>
                  <a:pt x="3227504" y="5728"/>
                </a:lnTo>
                <a:lnTo>
                  <a:pt x="3250676" y="21351"/>
                </a:lnTo>
                <a:lnTo>
                  <a:pt x="3266299" y="44523"/>
                </a:lnTo>
                <a:lnTo>
                  <a:pt x="3272028" y="72897"/>
                </a:lnTo>
                <a:lnTo>
                  <a:pt x="3272028" y="364489"/>
                </a:lnTo>
                <a:lnTo>
                  <a:pt x="3266299" y="392864"/>
                </a:lnTo>
                <a:lnTo>
                  <a:pt x="3250676" y="416036"/>
                </a:lnTo>
                <a:lnTo>
                  <a:pt x="3227504" y="431659"/>
                </a:lnTo>
                <a:lnTo>
                  <a:pt x="3199129" y="437387"/>
                </a:lnTo>
                <a:lnTo>
                  <a:pt x="72897" y="437387"/>
                </a:lnTo>
                <a:lnTo>
                  <a:pt x="44523" y="431659"/>
                </a:lnTo>
                <a:lnTo>
                  <a:pt x="21351" y="416036"/>
                </a:lnTo>
                <a:lnTo>
                  <a:pt x="5728" y="392864"/>
                </a:lnTo>
                <a:lnTo>
                  <a:pt x="0" y="364489"/>
                </a:lnTo>
                <a:lnTo>
                  <a:pt x="0" y="72897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41464" y="4087748"/>
            <a:ext cx="606586" cy="278701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865812" y="4136242"/>
            <a:ext cx="587702" cy="262624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142388" y="3575107"/>
            <a:ext cx="1358900" cy="334010"/>
            <a:chOff x="7142388" y="3575107"/>
            <a:chExt cx="1358900" cy="334010"/>
          </a:xfrm>
        </p:grpSpPr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42388" y="3575107"/>
              <a:ext cx="706610" cy="28796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33359" y="3584448"/>
              <a:ext cx="667511" cy="324612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184574" y="4554601"/>
            <a:ext cx="580205" cy="36290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181703" y="5115519"/>
            <a:ext cx="712369" cy="31741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987528" y="5155367"/>
            <a:ext cx="665168" cy="25914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819643" y="2912364"/>
            <a:ext cx="853440" cy="36880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210500" y="2908918"/>
            <a:ext cx="501605" cy="29949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940250" y="4596841"/>
            <a:ext cx="560621" cy="279501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87447" y="2084688"/>
            <a:ext cx="5868035" cy="698500"/>
            <a:chOff x="187447" y="2084688"/>
            <a:chExt cx="5868035" cy="698500"/>
          </a:xfrm>
        </p:grpSpPr>
        <p:pic>
          <p:nvPicPr>
            <p:cNvPr id="50" name="object 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7447" y="2084688"/>
              <a:ext cx="5867409" cy="67691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4423" y="2115286"/>
              <a:ext cx="5599176" cy="6675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25551" y="2103120"/>
              <a:ext cx="5795772" cy="60502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5551" y="2103120"/>
              <a:ext cx="5796280" cy="605155"/>
            </a:xfrm>
            <a:custGeom>
              <a:avLst/>
              <a:gdLst/>
              <a:ahLst/>
              <a:cxnLst/>
              <a:rect l="l" t="t" r="r" b="b"/>
              <a:pathLst>
                <a:path w="5796280" h="605155">
                  <a:moveTo>
                    <a:pt x="0" y="100837"/>
                  </a:moveTo>
                  <a:lnTo>
                    <a:pt x="7924" y="61561"/>
                  </a:lnTo>
                  <a:lnTo>
                    <a:pt x="29535" y="29511"/>
                  </a:lnTo>
                  <a:lnTo>
                    <a:pt x="61588" y="7915"/>
                  </a:lnTo>
                  <a:lnTo>
                    <a:pt x="100837" y="0"/>
                  </a:lnTo>
                  <a:lnTo>
                    <a:pt x="5694934" y="0"/>
                  </a:lnTo>
                  <a:lnTo>
                    <a:pt x="5734210" y="7915"/>
                  </a:lnTo>
                  <a:lnTo>
                    <a:pt x="5766260" y="29511"/>
                  </a:lnTo>
                  <a:lnTo>
                    <a:pt x="5787856" y="61561"/>
                  </a:lnTo>
                  <a:lnTo>
                    <a:pt x="5795772" y="100837"/>
                  </a:lnTo>
                  <a:lnTo>
                    <a:pt x="5795772" y="504189"/>
                  </a:lnTo>
                  <a:lnTo>
                    <a:pt x="5787856" y="543466"/>
                  </a:lnTo>
                  <a:lnTo>
                    <a:pt x="5766260" y="575516"/>
                  </a:lnTo>
                  <a:lnTo>
                    <a:pt x="5734210" y="597112"/>
                  </a:lnTo>
                  <a:lnTo>
                    <a:pt x="5694934" y="605027"/>
                  </a:lnTo>
                  <a:lnTo>
                    <a:pt x="100837" y="605027"/>
                  </a:lnTo>
                  <a:lnTo>
                    <a:pt x="61588" y="597112"/>
                  </a:lnTo>
                  <a:lnTo>
                    <a:pt x="29535" y="575516"/>
                  </a:lnTo>
                  <a:lnTo>
                    <a:pt x="7924" y="543466"/>
                  </a:lnTo>
                  <a:lnTo>
                    <a:pt x="0" y="504189"/>
                  </a:lnTo>
                  <a:lnTo>
                    <a:pt x="0" y="100837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18030" y="882141"/>
            <a:ext cx="8702675" cy="5821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036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¿De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qué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forma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voy 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poner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datos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disposición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mis</a:t>
            </a:r>
            <a:r>
              <a:rPr sz="1400" spc="-10" dirty="0">
                <a:latin typeface="Arial MT"/>
                <a:cs typeface="Arial MT"/>
              </a:rPr>
              <a:t> usuarios?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400">
              <a:latin typeface="Arial MT"/>
              <a:cs typeface="Arial MT"/>
            </a:endParaRPr>
          </a:p>
          <a:p>
            <a:pPr marL="127000" algn="ctr">
              <a:lnSpc>
                <a:spcPct val="100000"/>
              </a:lnSpc>
              <a:tabLst>
                <a:tab pos="3109595" algn="l"/>
                <a:tab pos="6026785" algn="l"/>
              </a:tabLst>
            </a:pPr>
            <a:r>
              <a:rPr sz="2100" b="1" spc="-15" baseline="3968" dirty="0">
                <a:latin typeface="Arial"/>
                <a:cs typeface="Arial"/>
              </a:rPr>
              <a:t>Productos</a:t>
            </a:r>
            <a:r>
              <a:rPr sz="2100" b="1" baseline="3968" dirty="0">
                <a:latin typeface="Arial"/>
                <a:cs typeface="Arial"/>
              </a:rPr>
              <a:t>	</a:t>
            </a:r>
            <a:r>
              <a:rPr sz="1400" b="1" spc="-10" dirty="0">
                <a:latin typeface="Arial"/>
                <a:cs typeface="Arial"/>
              </a:rPr>
              <a:t>Tecnología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2100" b="1" spc="-15" baseline="3968" dirty="0">
                <a:latin typeface="Arial"/>
                <a:cs typeface="Arial"/>
              </a:rPr>
              <a:t>Organización</a:t>
            </a:r>
            <a:endParaRPr sz="2100" baseline="3968">
              <a:latin typeface="Arial"/>
              <a:cs typeface="Arial"/>
            </a:endParaRPr>
          </a:p>
          <a:p>
            <a:pPr marL="80645" algn="ctr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latin typeface="Arial"/>
                <a:cs typeface="Arial"/>
              </a:rPr>
              <a:t>Modelo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referencia para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soluciones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analíticas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Gartner</a:t>
            </a:r>
            <a:endParaRPr sz="1800">
              <a:latin typeface="Arial"/>
              <a:cs typeface="Arial"/>
            </a:endParaRPr>
          </a:p>
          <a:p>
            <a:pPr marL="1721485" marR="3053080" indent="-1346200">
              <a:lnSpc>
                <a:spcPct val="100000"/>
              </a:lnSpc>
              <a:spcBef>
                <a:spcPts val="1395"/>
              </a:spcBef>
            </a:pPr>
            <a:r>
              <a:rPr sz="1400" b="1" dirty="0">
                <a:latin typeface="Arial"/>
                <a:cs typeface="Arial"/>
              </a:rPr>
              <a:t>Bloque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analítico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Función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analítica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capaz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transformar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 </a:t>
            </a:r>
            <a:r>
              <a:rPr sz="1400" dirty="0">
                <a:latin typeface="Arial MT"/>
                <a:cs typeface="Arial MT"/>
              </a:rPr>
              <a:t>entrada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resultados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analíticos.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400">
              <a:latin typeface="Arial MT"/>
              <a:cs typeface="Arial MT"/>
            </a:endParaRPr>
          </a:p>
          <a:p>
            <a:pPr marL="3911600" marR="2316480" algn="ctr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Resultado</a:t>
            </a:r>
            <a:r>
              <a:rPr sz="1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generado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por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el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bloque analítico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200">
              <a:latin typeface="Arial"/>
              <a:cs typeface="Arial"/>
            </a:endParaRPr>
          </a:p>
          <a:p>
            <a:pPr marL="3681095" marR="2089785" algn="ctr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Tecnología</a:t>
            </a:r>
            <a:r>
              <a:rPr sz="1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asociada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desarrollo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las </a:t>
            </a:r>
            <a:r>
              <a:rPr sz="1200" b="1" spc="-10" dirty="0">
                <a:latin typeface="Arial"/>
                <a:cs typeface="Arial"/>
              </a:rPr>
              <a:t>soluciones</a:t>
            </a:r>
            <a:endParaRPr sz="1200">
              <a:latin typeface="Arial"/>
              <a:cs typeface="Arial"/>
            </a:endParaRPr>
          </a:p>
          <a:p>
            <a:pPr marL="3837940" marR="2244725" algn="ctr">
              <a:lnSpc>
                <a:spcPct val="100000"/>
              </a:lnSpc>
              <a:spcBef>
                <a:spcPts val="13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Roles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necesarios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para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desarrollar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el </a:t>
            </a:r>
            <a:r>
              <a:rPr sz="1200" b="1" dirty="0">
                <a:latin typeface="Arial"/>
                <a:cs typeface="Arial"/>
              </a:rPr>
              <a:t>bloque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analítico</a:t>
            </a:r>
            <a:endParaRPr sz="1200">
              <a:latin typeface="Arial"/>
              <a:cs typeface="Arial"/>
            </a:endParaRPr>
          </a:p>
          <a:p>
            <a:pPr marL="3630929" marR="2032635" algn="ctr">
              <a:lnSpc>
                <a:spcPct val="100000"/>
              </a:lnSpc>
              <a:spcBef>
                <a:spcPts val="1035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Tecnología</a:t>
            </a:r>
            <a:r>
              <a:rPr sz="1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asociada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almacenamiento</a:t>
            </a:r>
            <a:r>
              <a:rPr sz="1200" b="1" spc="-50" dirty="0">
                <a:latin typeface="Arial"/>
                <a:cs typeface="Arial"/>
              </a:rPr>
              <a:t> y </a:t>
            </a:r>
            <a:r>
              <a:rPr sz="1200" b="1" dirty="0">
                <a:latin typeface="Arial"/>
                <a:cs typeface="Arial"/>
              </a:rPr>
              <a:t>gestión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los</a:t>
            </a:r>
            <a:r>
              <a:rPr sz="1200" b="1" spc="-20" dirty="0">
                <a:latin typeface="Arial"/>
                <a:cs typeface="Arial"/>
              </a:rPr>
              <a:t> datos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200">
              <a:latin typeface="Arial"/>
              <a:cs typeface="Arial"/>
            </a:endParaRPr>
          </a:p>
          <a:p>
            <a:pPr marL="1585595" algn="ctr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Datos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10" dirty="0">
                <a:latin typeface="Arial"/>
                <a:cs typeface="Arial"/>
              </a:rPr>
              <a:t> entrada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200">
              <a:latin typeface="Arial"/>
              <a:cs typeface="Arial"/>
            </a:endParaRPr>
          </a:p>
          <a:p>
            <a:pPr marL="3844290" marR="2247900" algn="ctr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Pasos</a:t>
            </a:r>
            <a:r>
              <a:rPr sz="1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necesarios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para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desarrollar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y </a:t>
            </a:r>
            <a:r>
              <a:rPr sz="1200" b="1" dirty="0">
                <a:latin typeface="Arial"/>
                <a:cs typeface="Arial"/>
              </a:rPr>
              <a:t>operar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la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solución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Arial"/>
              <a:cs typeface="Arial"/>
            </a:endParaRPr>
          </a:p>
          <a:p>
            <a:pPr marL="4627880" marR="2239010" indent="-795655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Reglas</a:t>
            </a:r>
            <a:r>
              <a:rPr sz="1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para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garantizar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la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integridad, </a:t>
            </a:r>
            <a:r>
              <a:rPr sz="1200" b="1" dirty="0">
                <a:latin typeface="Arial"/>
                <a:cs typeface="Arial"/>
              </a:rPr>
              <a:t>seguridad,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etc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0302" y="3102101"/>
            <a:ext cx="3819525" cy="2182495"/>
          </a:xfrm>
          <a:custGeom>
            <a:avLst/>
            <a:gdLst/>
            <a:ahLst/>
            <a:cxnLst/>
            <a:rect l="l" t="t" r="r" b="b"/>
            <a:pathLst>
              <a:path w="3819525" h="2182495">
                <a:moveTo>
                  <a:pt x="0" y="363727"/>
                </a:moveTo>
                <a:lnTo>
                  <a:pt x="3319" y="314365"/>
                </a:lnTo>
                <a:lnTo>
                  <a:pt x="12990" y="267023"/>
                </a:lnTo>
                <a:lnTo>
                  <a:pt x="28578" y="222134"/>
                </a:lnTo>
                <a:lnTo>
                  <a:pt x="49652" y="180133"/>
                </a:lnTo>
                <a:lnTo>
                  <a:pt x="75777" y="141450"/>
                </a:lnTo>
                <a:lnTo>
                  <a:pt x="106521" y="106521"/>
                </a:lnTo>
                <a:lnTo>
                  <a:pt x="141450" y="75777"/>
                </a:lnTo>
                <a:lnTo>
                  <a:pt x="180133" y="49652"/>
                </a:lnTo>
                <a:lnTo>
                  <a:pt x="222134" y="28578"/>
                </a:lnTo>
                <a:lnTo>
                  <a:pt x="267023" y="12990"/>
                </a:lnTo>
                <a:lnTo>
                  <a:pt x="314365" y="3319"/>
                </a:lnTo>
                <a:lnTo>
                  <a:pt x="363727" y="0"/>
                </a:lnTo>
                <a:lnTo>
                  <a:pt x="3455416" y="0"/>
                </a:lnTo>
                <a:lnTo>
                  <a:pt x="3504778" y="3319"/>
                </a:lnTo>
                <a:lnTo>
                  <a:pt x="3552120" y="12990"/>
                </a:lnTo>
                <a:lnTo>
                  <a:pt x="3597009" y="28578"/>
                </a:lnTo>
                <a:lnTo>
                  <a:pt x="3639010" y="49652"/>
                </a:lnTo>
                <a:lnTo>
                  <a:pt x="3677693" y="75777"/>
                </a:lnTo>
                <a:lnTo>
                  <a:pt x="3712622" y="106521"/>
                </a:lnTo>
                <a:lnTo>
                  <a:pt x="3743366" y="141450"/>
                </a:lnTo>
                <a:lnTo>
                  <a:pt x="3769491" y="180133"/>
                </a:lnTo>
                <a:lnTo>
                  <a:pt x="3790565" y="222134"/>
                </a:lnTo>
                <a:lnTo>
                  <a:pt x="3806153" y="267023"/>
                </a:lnTo>
                <a:lnTo>
                  <a:pt x="3815824" y="314365"/>
                </a:lnTo>
                <a:lnTo>
                  <a:pt x="3819144" y="363727"/>
                </a:lnTo>
                <a:lnTo>
                  <a:pt x="3819144" y="1818640"/>
                </a:lnTo>
                <a:lnTo>
                  <a:pt x="3815824" y="1868002"/>
                </a:lnTo>
                <a:lnTo>
                  <a:pt x="3806153" y="1915344"/>
                </a:lnTo>
                <a:lnTo>
                  <a:pt x="3790565" y="1960233"/>
                </a:lnTo>
                <a:lnTo>
                  <a:pt x="3769491" y="2002234"/>
                </a:lnTo>
                <a:lnTo>
                  <a:pt x="3743366" y="2040917"/>
                </a:lnTo>
                <a:lnTo>
                  <a:pt x="3712622" y="2075846"/>
                </a:lnTo>
                <a:lnTo>
                  <a:pt x="3677693" y="2106590"/>
                </a:lnTo>
                <a:lnTo>
                  <a:pt x="3639010" y="2132715"/>
                </a:lnTo>
                <a:lnTo>
                  <a:pt x="3597009" y="2153789"/>
                </a:lnTo>
                <a:lnTo>
                  <a:pt x="3552120" y="2169377"/>
                </a:lnTo>
                <a:lnTo>
                  <a:pt x="3504778" y="2179048"/>
                </a:lnTo>
                <a:lnTo>
                  <a:pt x="3455416" y="2182368"/>
                </a:lnTo>
                <a:lnTo>
                  <a:pt x="363727" y="2182368"/>
                </a:lnTo>
                <a:lnTo>
                  <a:pt x="314365" y="2179048"/>
                </a:lnTo>
                <a:lnTo>
                  <a:pt x="267023" y="2169377"/>
                </a:lnTo>
                <a:lnTo>
                  <a:pt x="222134" y="2153789"/>
                </a:lnTo>
                <a:lnTo>
                  <a:pt x="180133" y="2132715"/>
                </a:lnTo>
                <a:lnTo>
                  <a:pt x="141450" y="2106590"/>
                </a:lnTo>
                <a:lnTo>
                  <a:pt x="106521" y="2075846"/>
                </a:lnTo>
                <a:lnTo>
                  <a:pt x="75777" y="2040917"/>
                </a:lnTo>
                <a:lnTo>
                  <a:pt x="49652" y="2002234"/>
                </a:lnTo>
                <a:lnTo>
                  <a:pt x="28578" y="1960233"/>
                </a:lnTo>
                <a:lnTo>
                  <a:pt x="12990" y="1915344"/>
                </a:lnTo>
                <a:lnTo>
                  <a:pt x="3319" y="1868002"/>
                </a:lnTo>
                <a:lnTo>
                  <a:pt x="0" y="1818640"/>
                </a:lnTo>
                <a:lnTo>
                  <a:pt x="0" y="363727"/>
                </a:lnTo>
                <a:close/>
              </a:path>
            </a:pathLst>
          </a:custGeom>
          <a:ln w="50800">
            <a:solidFill>
              <a:srgbClr val="EE8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96378" y="1844801"/>
            <a:ext cx="1082040" cy="1004569"/>
          </a:xfrm>
          <a:custGeom>
            <a:avLst/>
            <a:gdLst/>
            <a:ahLst/>
            <a:cxnLst/>
            <a:rect l="l" t="t" r="r" b="b"/>
            <a:pathLst>
              <a:path w="1082040" h="1004569">
                <a:moveTo>
                  <a:pt x="0" y="167386"/>
                </a:moveTo>
                <a:lnTo>
                  <a:pt x="5978" y="122884"/>
                </a:lnTo>
                <a:lnTo>
                  <a:pt x="22850" y="82898"/>
                </a:lnTo>
                <a:lnTo>
                  <a:pt x="49022" y="49021"/>
                </a:lnTo>
                <a:lnTo>
                  <a:pt x="82898" y="22850"/>
                </a:lnTo>
                <a:lnTo>
                  <a:pt x="122884" y="5978"/>
                </a:lnTo>
                <a:lnTo>
                  <a:pt x="167386" y="0"/>
                </a:lnTo>
                <a:lnTo>
                  <a:pt x="914653" y="0"/>
                </a:lnTo>
                <a:lnTo>
                  <a:pt x="959155" y="5978"/>
                </a:lnTo>
                <a:lnTo>
                  <a:pt x="999141" y="22850"/>
                </a:lnTo>
                <a:lnTo>
                  <a:pt x="1033018" y="49022"/>
                </a:lnTo>
                <a:lnTo>
                  <a:pt x="1059189" y="82898"/>
                </a:lnTo>
                <a:lnTo>
                  <a:pt x="1076061" y="122884"/>
                </a:lnTo>
                <a:lnTo>
                  <a:pt x="1082040" y="167386"/>
                </a:lnTo>
                <a:lnTo>
                  <a:pt x="1082040" y="836930"/>
                </a:lnTo>
                <a:lnTo>
                  <a:pt x="1076061" y="881431"/>
                </a:lnTo>
                <a:lnTo>
                  <a:pt x="1059189" y="921417"/>
                </a:lnTo>
                <a:lnTo>
                  <a:pt x="1033018" y="955294"/>
                </a:lnTo>
                <a:lnTo>
                  <a:pt x="999141" y="981465"/>
                </a:lnTo>
                <a:lnTo>
                  <a:pt x="959155" y="998337"/>
                </a:lnTo>
                <a:lnTo>
                  <a:pt x="914653" y="1004315"/>
                </a:lnTo>
                <a:lnTo>
                  <a:pt x="167386" y="1004315"/>
                </a:lnTo>
                <a:lnTo>
                  <a:pt x="122884" y="998337"/>
                </a:lnTo>
                <a:lnTo>
                  <a:pt x="82898" y="981465"/>
                </a:lnTo>
                <a:lnTo>
                  <a:pt x="49022" y="955293"/>
                </a:lnTo>
                <a:lnTo>
                  <a:pt x="22850" y="921417"/>
                </a:lnTo>
                <a:lnTo>
                  <a:pt x="5978" y="881431"/>
                </a:lnTo>
                <a:lnTo>
                  <a:pt x="0" y="836930"/>
                </a:lnTo>
                <a:lnTo>
                  <a:pt x="0" y="167386"/>
                </a:lnTo>
                <a:close/>
              </a:path>
            </a:pathLst>
          </a:custGeom>
          <a:ln w="50800">
            <a:solidFill>
              <a:srgbClr val="EE8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0245" y="786130"/>
            <a:ext cx="2681605" cy="1983105"/>
            <a:chOff x="190245" y="786130"/>
            <a:chExt cx="2681605" cy="1983105"/>
          </a:xfrm>
        </p:grpSpPr>
        <p:sp>
          <p:nvSpPr>
            <p:cNvPr id="5" name="object 5"/>
            <p:cNvSpPr/>
            <p:nvPr/>
          </p:nvSpPr>
          <p:spPr>
            <a:xfrm>
              <a:off x="215645" y="811530"/>
              <a:ext cx="2630805" cy="1906905"/>
            </a:xfrm>
            <a:custGeom>
              <a:avLst/>
              <a:gdLst/>
              <a:ahLst/>
              <a:cxnLst/>
              <a:rect l="l" t="t" r="r" b="b"/>
              <a:pathLst>
                <a:path w="2630805" h="1906905">
                  <a:moveTo>
                    <a:pt x="0" y="317754"/>
                  </a:moveTo>
                  <a:lnTo>
                    <a:pt x="3445" y="270793"/>
                  </a:lnTo>
                  <a:lnTo>
                    <a:pt x="13453" y="225973"/>
                  </a:lnTo>
                  <a:lnTo>
                    <a:pt x="29533" y="183786"/>
                  </a:lnTo>
                  <a:lnTo>
                    <a:pt x="51192" y="144723"/>
                  </a:lnTo>
                  <a:lnTo>
                    <a:pt x="77940" y="109274"/>
                  </a:lnTo>
                  <a:lnTo>
                    <a:pt x="109284" y="77931"/>
                  </a:lnTo>
                  <a:lnTo>
                    <a:pt x="144734" y="51186"/>
                  </a:lnTo>
                  <a:lnTo>
                    <a:pt x="183797" y="29529"/>
                  </a:lnTo>
                  <a:lnTo>
                    <a:pt x="225983" y="13451"/>
                  </a:lnTo>
                  <a:lnTo>
                    <a:pt x="270799" y="3444"/>
                  </a:lnTo>
                  <a:lnTo>
                    <a:pt x="317754" y="0"/>
                  </a:lnTo>
                  <a:lnTo>
                    <a:pt x="2312670" y="0"/>
                  </a:lnTo>
                  <a:lnTo>
                    <a:pt x="2359630" y="3444"/>
                  </a:lnTo>
                  <a:lnTo>
                    <a:pt x="2404450" y="13451"/>
                  </a:lnTo>
                  <a:lnTo>
                    <a:pt x="2446637" y="29529"/>
                  </a:lnTo>
                  <a:lnTo>
                    <a:pt x="2485700" y="51186"/>
                  </a:lnTo>
                  <a:lnTo>
                    <a:pt x="2521149" y="77931"/>
                  </a:lnTo>
                  <a:lnTo>
                    <a:pt x="2552492" y="109274"/>
                  </a:lnTo>
                  <a:lnTo>
                    <a:pt x="2579237" y="144723"/>
                  </a:lnTo>
                  <a:lnTo>
                    <a:pt x="2600894" y="183786"/>
                  </a:lnTo>
                  <a:lnTo>
                    <a:pt x="2616972" y="225973"/>
                  </a:lnTo>
                  <a:lnTo>
                    <a:pt x="2626979" y="270793"/>
                  </a:lnTo>
                  <a:lnTo>
                    <a:pt x="2630424" y="317754"/>
                  </a:lnTo>
                  <a:lnTo>
                    <a:pt x="2630424" y="1588770"/>
                  </a:lnTo>
                  <a:lnTo>
                    <a:pt x="2626979" y="1635730"/>
                  </a:lnTo>
                  <a:lnTo>
                    <a:pt x="2616972" y="1680550"/>
                  </a:lnTo>
                  <a:lnTo>
                    <a:pt x="2600894" y="1722737"/>
                  </a:lnTo>
                  <a:lnTo>
                    <a:pt x="2579237" y="1761800"/>
                  </a:lnTo>
                  <a:lnTo>
                    <a:pt x="2552492" y="1797249"/>
                  </a:lnTo>
                  <a:lnTo>
                    <a:pt x="2521149" y="1828592"/>
                  </a:lnTo>
                  <a:lnTo>
                    <a:pt x="2485700" y="1855337"/>
                  </a:lnTo>
                  <a:lnTo>
                    <a:pt x="2446637" y="1876994"/>
                  </a:lnTo>
                  <a:lnTo>
                    <a:pt x="2404450" y="1893072"/>
                  </a:lnTo>
                  <a:lnTo>
                    <a:pt x="2359630" y="1903079"/>
                  </a:lnTo>
                  <a:lnTo>
                    <a:pt x="2312670" y="1906524"/>
                  </a:lnTo>
                  <a:lnTo>
                    <a:pt x="317754" y="1906524"/>
                  </a:lnTo>
                  <a:lnTo>
                    <a:pt x="270799" y="1903079"/>
                  </a:lnTo>
                  <a:lnTo>
                    <a:pt x="225983" y="1893072"/>
                  </a:lnTo>
                  <a:lnTo>
                    <a:pt x="183797" y="1876994"/>
                  </a:lnTo>
                  <a:lnTo>
                    <a:pt x="144734" y="1855337"/>
                  </a:lnTo>
                  <a:lnTo>
                    <a:pt x="109284" y="1828592"/>
                  </a:lnTo>
                  <a:lnTo>
                    <a:pt x="77940" y="1797249"/>
                  </a:lnTo>
                  <a:lnTo>
                    <a:pt x="51192" y="1761800"/>
                  </a:lnTo>
                  <a:lnTo>
                    <a:pt x="29533" y="1722737"/>
                  </a:lnTo>
                  <a:lnTo>
                    <a:pt x="13453" y="1680550"/>
                  </a:lnTo>
                  <a:lnTo>
                    <a:pt x="3445" y="1635730"/>
                  </a:lnTo>
                  <a:lnTo>
                    <a:pt x="0" y="1588770"/>
                  </a:lnTo>
                  <a:lnTo>
                    <a:pt x="0" y="317754"/>
                  </a:lnTo>
                  <a:close/>
                </a:path>
              </a:pathLst>
            </a:custGeom>
            <a:ln w="508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579" y="941697"/>
              <a:ext cx="2433884" cy="2883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587" y="885456"/>
              <a:ext cx="1990344" cy="4541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707" y="960120"/>
              <a:ext cx="2362200" cy="2164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0707" y="960120"/>
              <a:ext cx="2362200" cy="216535"/>
            </a:xfrm>
            <a:custGeom>
              <a:avLst/>
              <a:gdLst/>
              <a:ahLst/>
              <a:cxnLst/>
              <a:rect l="l" t="t" r="r" b="b"/>
              <a:pathLst>
                <a:path w="2362200" h="216534">
                  <a:moveTo>
                    <a:pt x="0" y="36067"/>
                  </a:moveTo>
                  <a:lnTo>
                    <a:pt x="2835" y="22020"/>
                  </a:lnTo>
                  <a:lnTo>
                    <a:pt x="10566" y="10556"/>
                  </a:lnTo>
                  <a:lnTo>
                    <a:pt x="22031" y="2831"/>
                  </a:lnTo>
                  <a:lnTo>
                    <a:pt x="36068" y="0"/>
                  </a:lnTo>
                  <a:lnTo>
                    <a:pt x="2326132" y="0"/>
                  </a:lnTo>
                  <a:lnTo>
                    <a:pt x="2340179" y="2831"/>
                  </a:lnTo>
                  <a:lnTo>
                    <a:pt x="2351643" y="10556"/>
                  </a:lnTo>
                  <a:lnTo>
                    <a:pt x="2359368" y="22020"/>
                  </a:lnTo>
                  <a:lnTo>
                    <a:pt x="2362200" y="36067"/>
                  </a:lnTo>
                  <a:lnTo>
                    <a:pt x="2362200" y="180339"/>
                  </a:lnTo>
                  <a:lnTo>
                    <a:pt x="2359368" y="194387"/>
                  </a:lnTo>
                  <a:lnTo>
                    <a:pt x="2351643" y="205851"/>
                  </a:lnTo>
                  <a:lnTo>
                    <a:pt x="2340179" y="213576"/>
                  </a:lnTo>
                  <a:lnTo>
                    <a:pt x="2326132" y="216407"/>
                  </a:lnTo>
                  <a:lnTo>
                    <a:pt x="36068" y="216407"/>
                  </a:lnTo>
                  <a:lnTo>
                    <a:pt x="22031" y="213576"/>
                  </a:lnTo>
                  <a:lnTo>
                    <a:pt x="10566" y="205851"/>
                  </a:lnTo>
                  <a:lnTo>
                    <a:pt x="2835" y="194387"/>
                  </a:lnTo>
                  <a:lnTo>
                    <a:pt x="0" y="180339"/>
                  </a:lnTo>
                  <a:lnTo>
                    <a:pt x="0" y="36067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463" y="1208506"/>
              <a:ext cx="2452116" cy="3048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9619" y="1161300"/>
              <a:ext cx="1478280" cy="4541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707" y="1235963"/>
              <a:ext cx="2362200" cy="2148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0707" y="1235963"/>
              <a:ext cx="2362200" cy="215265"/>
            </a:xfrm>
            <a:custGeom>
              <a:avLst/>
              <a:gdLst/>
              <a:ahLst/>
              <a:cxnLst/>
              <a:rect l="l" t="t" r="r" b="b"/>
              <a:pathLst>
                <a:path w="2362200" h="215265">
                  <a:moveTo>
                    <a:pt x="0" y="35813"/>
                  </a:moveTo>
                  <a:lnTo>
                    <a:pt x="2815" y="21859"/>
                  </a:lnTo>
                  <a:lnTo>
                    <a:pt x="10491" y="10477"/>
                  </a:lnTo>
                  <a:lnTo>
                    <a:pt x="21875" y="2809"/>
                  </a:lnTo>
                  <a:lnTo>
                    <a:pt x="35814" y="0"/>
                  </a:lnTo>
                  <a:lnTo>
                    <a:pt x="2326386" y="0"/>
                  </a:lnTo>
                  <a:lnTo>
                    <a:pt x="2340340" y="2809"/>
                  </a:lnTo>
                  <a:lnTo>
                    <a:pt x="2351722" y="10477"/>
                  </a:lnTo>
                  <a:lnTo>
                    <a:pt x="2359390" y="21859"/>
                  </a:lnTo>
                  <a:lnTo>
                    <a:pt x="2362200" y="35813"/>
                  </a:lnTo>
                  <a:lnTo>
                    <a:pt x="2362200" y="179070"/>
                  </a:lnTo>
                  <a:lnTo>
                    <a:pt x="2359390" y="193024"/>
                  </a:lnTo>
                  <a:lnTo>
                    <a:pt x="2351722" y="204406"/>
                  </a:lnTo>
                  <a:lnTo>
                    <a:pt x="2340340" y="212074"/>
                  </a:lnTo>
                  <a:lnTo>
                    <a:pt x="2326386" y="214884"/>
                  </a:lnTo>
                  <a:lnTo>
                    <a:pt x="35814" y="214884"/>
                  </a:lnTo>
                  <a:lnTo>
                    <a:pt x="21875" y="212074"/>
                  </a:lnTo>
                  <a:lnTo>
                    <a:pt x="10491" y="204406"/>
                  </a:lnTo>
                  <a:lnTo>
                    <a:pt x="2815" y="193024"/>
                  </a:lnTo>
                  <a:lnTo>
                    <a:pt x="0" y="179070"/>
                  </a:lnTo>
                  <a:lnTo>
                    <a:pt x="0" y="35813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463" y="1484350"/>
              <a:ext cx="2452116" cy="3048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5236" y="1437144"/>
              <a:ext cx="1528571" cy="4541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707" y="1511808"/>
              <a:ext cx="2362200" cy="21488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0707" y="1511808"/>
              <a:ext cx="2362200" cy="215265"/>
            </a:xfrm>
            <a:custGeom>
              <a:avLst/>
              <a:gdLst/>
              <a:ahLst/>
              <a:cxnLst/>
              <a:rect l="l" t="t" r="r" b="b"/>
              <a:pathLst>
                <a:path w="2362200" h="215264">
                  <a:moveTo>
                    <a:pt x="0" y="35813"/>
                  </a:moveTo>
                  <a:lnTo>
                    <a:pt x="2815" y="21859"/>
                  </a:lnTo>
                  <a:lnTo>
                    <a:pt x="10491" y="10477"/>
                  </a:lnTo>
                  <a:lnTo>
                    <a:pt x="21875" y="2809"/>
                  </a:lnTo>
                  <a:lnTo>
                    <a:pt x="35814" y="0"/>
                  </a:lnTo>
                  <a:lnTo>
                    <a:pt x="2326386" y="0"/>
                  </a:lnTo>
                  <a:lnTo>
                    <a:pt x="2340340" y="2809"/>
                  </a:lnTo>
                  <a:lnTo>
                    <a:pt x="2351722" y="10477"/>
                  </a:lnTo>
                  <a:lnTo>
                    <a:pt x="2359390" y="21859"/>
                  </a:lnTo>
                  <a:lnTo>
                    <a:pt x="2362200" y="35813"/>
                  </a:lnTo>
                  <a:lnTo>
                    <a:pt x="2362200" y="179069"/>
                  </a:lnTo>
                  <a:lnTo>
                    <a:pt x="2359390" y="193024"/>
                  </a:lnTo>
                  <a:lnTo>
                    <a:pt x="2351722" y="204406"/>
                  </a:lnTo>
                  <a:lnTo>
                    <a:pt x="2340340" y="212074"/>
                  </a:lnTo>
                  <a:lnTo>
                    <a:pt x="2326386" y="214883"/>
                  </a:lnTo>
                  <a:lnTo>
                    <a:pt x="35814" y="214883"/>
                  </a:lnTo>
                  <a:lnTo>
                    <a:pt x="21875" y="212074"/>
                  </a:lnTo>
                  <a:lnTo>
                    <a:pt x="10491" y="204406"/>
                  </a:lnTo>
                  <a:lnTo>
                    <a:pt x="2815" y="193024"/>
                  </a:lnTo>
                  <a:lnTo>
                    <a:pt x="0" y="179069"/>
                  </a:lnTo>
                  <a:lnTo>
                    <a:pt x="0" y="35813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3463" y="1767840"/>
              <a:ext cx="2452116" cy="3063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2439" y="1720608"/>
              <a:ext cx="2074164" cy="4541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707" y="1795272"/>
              <a:ext cx="2362200" cy="21640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0707" y="1795272"/>
              <a:ext cx="2362200" cy="216535"/>
            </a:xfrm>
            <a:custGeom>
              <a:avLst/>
              <a:gdLst/>
              <a:ahLst/>
              <a:cxnLst/>
              <a:rect l="l" t="t" r="r" b="b"/>
              <a:pathLst>
                <a:path w="2362200" h="216535">
                  <a:moveTo>
                    <a:pt x="0" y="36067"/>
                  </a:moveTo>
                  <a:lnTo>
                    <a:pt x="2835" y="22020"/>
                  </a:lnTo>
                  <a:lnTo>
                    <a:pt x="10566" y="10556"/>
                  </a:lnTo>
                  <a:lnTo>
                    <a:pt x="22031" y="2831"/>
                  </a:lnTo>
                  <a:lnTo>
                    <a:pt x="36068" y="0"/>
                  </a:lnTo>
                  <a:lnTo>
                    <a:pt x="2326132" y="0"/>
                  </a:lnTo>
                  <a:lnTo>
                    <a:pt x="2340179" y="2831"/>
                  </a:lnTo>
                  <a:lnTo>
                    <a:pt x="2351643" y="10556"/>
                  </a:lnTo>
                  <a:lnTo>
                    <a:pt x="2359368" y="22020"/>
                  </a:lnTo>
                  <a:lnTo>
                    <a:pt x="2362200" y="36067"/>
                  </a:lnTo>
                  <a:lnTo>
                    <a:pt x="2362200" y="180339"/>
                  </a:lnTo>
                  <a:lnTo>
                    <a:pt x="2359368" y="194387"/>
                  </a:lnTo>
                  <a:lnTo>
                    <a:pt x="2351643" y="205851"/>
                  </a:lnTo>
                  <a:lnTo>
                    <a:pt x="2340179" y="213576"/>
                  </a:lnTo>
                  <a:lnTo>
                    <a:pt x="2326132" y="216407"/>
                  </a:lnTo>
                  <a:lnTo>
                    <a:pt x="36068" y="216407"/>
                  </a:lnTo>
                  <a:lnTo>
                    <a:pt x="22031" y="213576"/>
                  </a:lnTo>
                  <a:lnTo>
                    <a:pt x="10566" y="205851"/>
                  </a:lnTo>
                  <a:lnTo>
                    <a:pt x="2835" y="194387"/>
                  </a:lnTo>
                  <a:lnTo>
                    <a:pt x="0" y="180339"/>
                  </a:lnTo>
                  <a:lnTo>
                    <a:pt x="0" y="36067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463" y="2066518"/>
              <a:ext cx="2452116" cy="3048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3712" y="2019312"/>
              <a:ext cx="1530096" cy="4541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0707" y="2093976"/>
              <a:ext cx="2362200" cy="21488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30707" y="2093976"/>
              <a:ext cx="2362200" cy="215265"/>
            </a:xfrm>
            <a:custGeom>
              <a:avLst/>
              <a:gdLst/>
              <a:ahLst/>
              <a:cxnLst/>
              <a:rect l="l" t="t" r="r" b="b"/>
              <a:pathLst>
                <a:path w="2362200" h="215264">
                  <a:moveTo>
                    <a:pt x="0" y="35813"/>
                  </a:moveTo>
                  <a:lnTo>
                    <a:pt x="2815" y="21859"/>
                  </a:lnTo>
                  <a:lnTo>
                    <a:pt x="10491" y="10477"/>
                  </a:lnTo>
                  <a:lnTo>
                    <a:pt x="21875" y="2809"/>
                  </a:lnTo>
                  <a:lnTo>
                    <a:pt x="35814" y="0"/>
                  </a:lnTo>
                  <a:lnTo>
                    <a:pt x="2326386" y="0"/>
                  </a:lnTo>
                  <a:lnTo>
                    <a:pt x="2340340" y="2809"/>
                  </a:lnTo>
                  <a:lnTo>
                    <a:pt x="2351722" y="10477"/>
                  </a:lnTo>
                  <a:lnTo>
                    <a:pt x="2359390" y="21859"/>
                  </a:lnTo>
                  <a:lnTo>
                    <a:pt x="2362200" y="35813"/>
                  </a:lnTo>
                  <a:lnTo>
                    <a:pt x="2362200" y="179070"/>
                  </a:lnTo>
                  <a:lnTo>
                    <a:pt x="2359390" y="193024"/>
                  </a:lnTo>
                  <a:lnTo>
                    <a:pt x="2351722" y="204406"/>
                  </a:lnTo>
                  <a:lnTo>
                    <a:pt x="2340340" y="212074"/>
                  </a:lnTo>
                  <a:lnTo>
                    <a:pt x="2326386" y="214884"/>
                  </a:lnTo>
                  <a:lnTo>
                    <a:pt x="35814" y="214884"/>
                  </a:lnTo>
                  <a:lnTo>
                    <a:pt x="21875" y="212074"/>
                  </a:lnTo>
                  <a:lnTo>
                    <a:pt x="10491" y="204406"/>
                  </a:lnTo>
                  <a:lnTo>
                    <a:pt x="2815" y="193024"/>
                  </a:lnTo>
                  <a:lnTo>
                    <a:pt x="0" y="179070"/>
                  </a:lnTo>
                  <a:lnTo>
                    <a:pt x="0" y="35813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3463" y="2362200"/>
              <a:ext cx="2452116" cy="306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8347" y="2314968"/>
              <a:ext cx="2020824" cy="4541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707" y="2389632"/>
              <a:ext cx="2362200" cy="21640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30707" y="2389632"/>
              <a:ext cx="2362200" cy="216535"/>
            </a:xfrm>
            <a:custGeom>
              <a:avLst/>
              <a:gdLst/>
              <a:ahLst/>
              <a:cxnLst/>
              <a:rect l="l" t="t" r="r" b="b"/>
              <a:pathLst>
                <a:path w="2362200" h="216535">
                  <a:moveTo>
                    <a:pt x="0" y="36067"/>
                  </a:moveTo>
                  <a:lnTo>
                    <a:pt x="2835" y="22020"/>
                  </a:lnTo>
                  <a:lnTo>
                    <a:pt x="10566" y="10556"/>
                  </a:lnTo>
                  <a:lnTo>
                    <a:pt x="22031" y="2831"/>
                  </a:lnTo>
                  <a:lnTo>
                    <a:pt x="36068" y="0"/>
                  </a:lnTo>
                  <a:lnTo>
                    <a:pt x="2326132" y="0"/>
                  </a:lnTo>
                  <a:lnTo>
                    <a:pt x="2340179" y="2831"/>
                  </a:lnTo>
                  <a:lnTo>
                    <a:pt x="2351643" y="10556"/>
                  </a:lnTo>
                  <a:lnTo>
                    <a:pt x="2359368" y="22020"/>
                  </a:lnTo>
                  <a:lnTo>
                    <a:pt x="2362200" y="36067"/>
                  </a:lnTo>
                  <a:lnTo>
                    <a:pt x="2362200" y="180339"/>
                  </a:lnTo>
                  <a:lnTo>
                    <a:pt x="2359368" y="194387"/>
                  </a:lnTo>
                  <a:lnTo>
                    <a:pt x="2351643" y="205851"/>
                  </a:lnTo>
                  <a:lnTo>
                    <a:pt x="2340179" y="213576"/>
                  </a:lnTo>
                  <a:lnTo>
                    <a:pt x="2326132" y="216407"/>
                  </a:lnTo>
                  <a:lnTo>
                    <a:pt x="36068" y="216407"/>
                  </a:lnTo>
                  <a:lnTo>
                    <a:pt x="22031" y="213576"/>
                  </a:lnTo>
                  <a:lnTo>
                    <a:pt x="10566" y="205851"/>
                  </a:lnTo>
                  <a:lnTo>
                    <a:pt x="2835" y="194387"/>
                  </a:lnTo>
                  <a:lnTo>
                    <a:pt x="0" y="180339"/>
                  </a:lnTo>
                  <a:lnTo>
                    <a:pt x="0" y="36067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Definir</a:t>
            </a:r>
            <a:r>
              <a:rPr spc="-190" dirty="0"/>
              <a:t> </a:t>
            </a:r>
            <a:r>
              <a:rPr spc="-150" dirty="0"/>
              <a:t>el</a:t>
            </a:r>
            <a:r>
              <a:rPr spc="-180" dirty="0"/>
              <a:t> </a:t>
            </a:r>
            <a:r>
              <a:rPr spc="-105" dirty="0"/>
              <a:t>modelo</a:t>
            </a:r>
            <a:r>
              <a:rPr spc="-200" dirty="0"/>
              <a:t> </a:t>
            </a:r>
            <a:r>
              <a:rPr spc="-50" dirty="0"/>
              <a:t>de</a:t>
            </a:r>
            <a:r>
              <a:rPr spc="-190" dirty="0"/>
              <a:t> </a:t>
            </a:r>
            <a:r>
              <a:rPr spc="-90" dirty="0"/>
              <a:t>explotación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4030979" y="3233961"/>
            <a:ext cx="3596640" cy="1844039"/>
            <a:chOff x="4030979" y="3233961"/>
            <a:chExt cx="3596640" cy="1844039"/>
          </a:xfrm>
        </p:grpSpPr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62049" y="3233961"/>
              <a:ext cx="2342376" cy="121608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91327" y="3549395"/>
              <a:ext cx="2336292" cy="145542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30979" y="3790187"/>
              <a:ext cx="2360676" cy="87172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68011" y="4366259"/>
              <a:ext cx="2336291" cy="71170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09701" y="881735"/>
            <a:ext cx="1805939" cy="173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 marR="46990" algn="ctr">
              <a:lnSpc>
                <a:spcPct val="129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Dataset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Corporativo </a:t>
            </a:r>
            <a:r>
              <a:rPr sz="1400" b="1" dirty="0">
                <a:latin typeface="Arial"/>
                <a:cs typeface="Arial"/>
              </a:rPr>
              <a:t>Quick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489"/>
              </a:spcBef>
            </a:pPr>
            <a:r>
              <a:rPr sz="1400" b="1" dirty="0">
                <a:latin typeface="Arial"/>
                <a:cs typeface="Arial"/>
              </a:rPr>
              <a:t>BI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Corporativo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400" b="1" dirty="0">
                <a:latin typeface="Arial"/>
                <a:cs typeface="Arial"/>
              </a:rPr>
              <a:t>BI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Quick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Deployment</a:t>
            </a:r>
            <a:endParaRPr sz="1400">
              <a:latin typeface="Arial"/>
              <a:cs typeface="Arial"/>
            </a:endParaRPr>
          </a:p>
          <a:p>
            <a:pPr marL="38100" marR="33020" indent="2540" algn="ctr">
              <a:lnSpc>
                <a:spcPct val="139200"/>
              </a:lnSpc>
              <a:spcBef>
                <a:spcPts val="15"/>
              </a:spcBef>
            </a:pPr>
            <a:r>
              <a:rPr sz="1400" b="1" dirty="0">
                <a:latin typeface="Arial"/>
                <a:cs typeface="Arial"/>
              </a:rPr>
              <a:t>BI Self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Service </a:t>
            </a:r>
            <a:r>
              <a:rPr sz="1400" b="1" dirty="0">
                <a:latin typeface="Arial"/>
                <a:cs typeface="Arial"/>
              </a:rPr>
              <a:t>Modelos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Predictivos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80823" y="873278"/>
            <a:ext cx="915908" cy="78633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712255" y="882412"/>
            <a:ext cx="857932" cy="847311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881115" y="893063"/>
            <a:ext cx="1158239" cy="82753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451859" y="1950720"/>
            <a:ext cx="1176527" cy="79552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27475" y="1892807"/>
            <a:ext cx="981386" cy="84581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881115" y="1962929"/>
            <a:ext cx="909828" cy="780235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7570978" y="766318"/>
            <a:ext cx="1132840" cy="1055370"/>
            <a:chOff x="7570978" y="766318"/>
            <a:chExt cx="1132840" cy="1055370"/>
          </a:xfrm>
        </p:grpSpPr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58684" y="966215"/>
              <a:ext cx="772668" cy="7726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596378" y="791718"/>
              <a:ext cx="1082040" cy="1004569"/>
            </a:xfrm>
            <a:custGeom>
              <a:avLst/>
              <a:gdLst/>
              <a:ahLst/>
              <a:cxnLst/>
              <a:rect l="l" t="t" r="r" b="b"/>
              <a:pathLst>
                <a:path w="108204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6" y="0"/>
                  </a:lnTo>
                  <a:lnTo>
                    <a:pt x="914653" y="0"/>
                  </a:lnTo>
                  <a:lnTo>
                    <a:pt x="959155" y="5978"/>
                  </a:lnTo>
                  <a:lnTo>
                    <a:pt x="999141" y="22850"/>
                  </a:lnTo>
                  <a:lnTo>
                    <a:pt x="1033018" y="49022"/>
                  </a:lnTo>
                  <a:lnTo>
                    <a:pt x="1059189" y="82898"/>
                  </a:lnTo>
                  <a:lnTo>
                    <a:pt x="1076061" y="122884"/>
                  </a:lnTo>
                  <a:lnTo>
                    <a:pt x="1082040" y="167386"/>
                  </a:lnTo>
                  <a:lnTo>
                    <a:pt x="1082040" y="836930"/>
                  </a:lnTo>
                  <a:lnTo>
                    <a:pt x="1076061" y="881431"/>
                  </a:lnTo>
                  <a:lnTo>
                    <a:pt x="1059189" y="921417"/>
                  </a:lnTo>
                  <a:lnTo>
                    <a:pt x="1033018" y="955294"/>
                  </a:lnTo>
                  <a:lnTo>
                    <a:pt x="999141" y="981465"/>
                  </a:lnTo>
                  <a:lnTo>
                    <a:pt x="959155" y="998337"/>
                  </a:lnTo>
                  <a:lnTo>
                    <a:pt x="914653" y="1004316"/>
                  </a:lnTo>
                  <a:lnTo>
                    <a:pt x="167386" y="1004316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508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6" name="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69352" y="1924811"/>
            <a:ext cx="754379" cy="79247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425195" y="3220211"/>
            <a:ext cx="3195955" cy="2063750"/>
            <a:chOff x="425195" y="3220211"/>
            <a:chExt cx="3195955" cy="2063750"/>
          </a:xfrm>
        </p:grpSpPr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5195" y="3220211"/>
              <a:ext cx="3195828" cy="206349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91134" y="3670553"/>
              <a:ext cx="2889885" cy="1027430"/>
            </a:xfrm>
            <a:custGeom>
              <a:avLst/>
              <a:gdLst/>
              <a:ahLst/>
              <a:cxnLst/>
              <a:rect l="l" t="t" r="r" b="b"/>
              <a:pathLst>
                <a:path w="2889885" h="1027429">
                  <a:moveTo>
                    <a:pt x="0" y="55880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79" y="0"/>
                  </a:lnTo>
                  <a:lnTo>
                    <a:pt x="2806191" y="0"/>
                  </a:lnTo>
                  <a:lnTo>
                    <a:pt x="2827942" y="4391"/>
                  </a:lnTo>
                  <a:lnTo>
                    <a:pt x="2845704" y="16367"/>
                  </a:lnTo>
                  <a:lnTo>
                    <a:pt x="2857680" y="34129"/>
                  </a:lnTo>
                  <a:lnTo>
                    <a:pt x="2862071" y="55880"/>
                  </a:lnTo>
                  <a:lnTo>
                    <a:pt x="2862071" y="279400"/>
                  </a:lnTo>
                  <a:lnTo>
                    <a:pt x="2857680" y="301150"/>
                  </a:lnTo>
                  <a:lnTo>
                    <a:pt x="2845704" y="318912"/>
                  </a:lnTo>
                  <a:lnTo>
                    <a:pt x="2827942" y="330888"/>
                  </a:lnTo>
                  <a:lnTo>
                    <a:pt x="2806191" y="335280"/>
                  </a:lnTo>
                  <a:lnTo>
                    <a:pt x="55879" y="335280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80"/>
                  </a:lnTo>
                  <a:close/>
                </a:path>
                <a:path w="2889885" h="1027429">
                  <a:moveTo>
                    <a:pt x="27431" y="761746"/>
                  </a:moveTo>
                  <a:lnTo>
                    <a:pt x="31604" y="741074"/>
                  </a:lnTo>
                  <a:lnTo>
                    <a:pt x="42983" y="724201"/>
                  </a:lnTo>
                  <a:lnTo>
                    <a:pt x="59857" y="712829"/>
                  </a:lnTo>
                  <a:lnTo>
                    <a:pt x="80517" y="708660"/>
                  </a:lnTo>
                  <a:lnTo>
                    <a:pt x="2836417" y="708660"/>
                  </a:lnTo>
                  <a:lnTo>
                    <a:pt x="2857089" y="712829"/>
                  </a:lnTo>
                  <a:lnTo>
                    <a:pt x="2873962" y="724201"/>
                  </a:lnTo>
                  <a:lnTo>
                    <a:pt x="2885334" y="741074"/>
                  </a:lnTo>
                  <a:lnTo>
                    <a:pt x="2889504" y="761746"/>
                  </a:lnTo>
                  <a:lnTo>
                    <a:pt x="2889504" y="974090"/>
                  </a:lnTo>
                  <a:lnTo>
                    <a:pt x="2885334" y="994761"/>
                  </a:lnTo>
                  <a:lnTo>
                    <a:pt x="2873962" y="1011634"/>
                  </a:lnTo>
                  <a:lnTo>
                    <a:pt x="2857089" y="1023006"/>
                  </a:lnTo>
                  <a:lnTo>
                    <a:pt x="2836417" y="1027176"/>
                  </a:lnTo>
                  <a:lnTo>
                    <a:pt x="80517" y="1027176"/>
                  </a:lnTo>
                  <a:lnTo>
                    <a:pt x="59857" y="1023006"/>
                  </a:lnTo>
                  <a:lnTo>
                    <a:pt x="42983" y="1011634"/>
                  </a:lnTo>
                  <a:lnTo>
                    <a:pt x="31604" y="994761"/>
                  </a:lnTo>
                  <a:lnTo>
                    <a:pt x="27431" y="974090"/>
                  </a:lnTo>
                  <a:lnTo>
                    <a:pt x="27431" y="761746"/>
                  </a:lnTo>
                  <a:close/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5705" y="4098797"/>
              <a:ext cx="2862580" cy="218440"/>
            </a:xfrm>
            <a:custGeom>
              <a:avLst/>
              <a:gdLst/>
              <a:ahLst/>
              <a:cxnLst/>
              <a:rect l="l" t="t" r="r" b="b"/>
              <a:pathLst>
                <a:path w="2862579" h="218439">
                  <a:moveTo>
                    <a:pt x="0" y="36321"/>
                  </a:moveTo>
                  <a:lnTo>
                    <a:pt x="2855" y="22181"/>
                  </a:lnTo>
                  <a:lnTo>
                    <a:pt x="10641" y="10636"/>
                  </a:lnTo>
                  <a:lnTo>
                    <a:pt x="22186" y="2853"/>
                  </a:lnTo>
                  <a:lnTo>
                    <a:pt x="36321" y="0"/>
                  </a:lnTo>
                  <a:lnTo>
                    <a:pt x="2825749" y="0"/>
                  </a:lnTo>
                  <a:lnTo>
                    <a:pt x="2839890" y="2853"/>
                  </a:lnTo>
                  <a:lnTo>
                    <a:pt x="2851435" y="10636"/>
                  </a:lnTo>
                  <a:lnTo>
                    <a:pt x="2859218" y="22181"/>
                  </a:lnTo>
                  <a:lnTo>
                    <a:pt x="2862072" y="36321"/>
                  </a:lnTo>
                  <a:lnTo>
                    <a:pt x="2862072" y="181609"/>
                  </a:lnTo>
                  <a:lnTo>
                    <a:pt x="2859218" y="195750"/>
                  </a:lnTo>
                  <a:lnTo>
                    <a:pt x="2851435" y="207295"/>
                  </a:lnTo>
                  <a:lnTo>
                    <a:pt x="2839890" y="215078"/>
                  </a:lnTo>
                  <a:lnTo>
                    <a:pt x="2825749" y="217931"/>
                  </a:lnTo>
                  <a:lnTo>
                    <a:pt x="36321" y="217931"/>
                  </a:lnTo>
                  <a:lnTo>
                    <a:pt x="22186" y="215078"/>
                  </a:lnTo>
                  <a:lnTo>
                    <a:pt x="10641" y="207295"/>
                  </a:lnTo>
                  <a:lnTo>
                    <a:pt x="2855" y="195750"/>
                  </a:lnTo>
                  <a:lnTo>
                    <a:pt x="0" y="181609"/>
                  </a:lnTo>
                  <a:lnTo>
                    <a:pt x="0" y="36321"/>
                  </a:lnTo>
                  <a:close/>
                </a:path>
              </a:pathLst>
            </a:custGeom>
            <a:ln w="50800">
              <a:solidFill>
                <a:srgbClr val="EE8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05720" y="5989320"/>
            <a:ext cx="2764790" cy="454659"/>
            <a:chOff x="205720" y="5989320"/>
            <a:chExt cx="2764790" cy="454659"/>
          </a:xfrm>
        </p:grpSpPr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5720" y="5999884"/>
              <a:ext cx="2764575" cy="37968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01268" y="5989320"/>
              <a:ext cx="1173480" cy="45413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3839" y="6018276"/>
              <a:ext cx="2692908" cy="30784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43839" y="6018276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5" h="307975">
                  <a:moveTo>
                    <a:pt x="0" y="51308"/>
                  </a:moveTo>
                  <a:lnTo>
                    <a:pt x="4032" y="31337"/>
                  </a:lnTo>
                  <a:lnTo>
                    <a:pt x="15028" y="15028"/>
                  </a:lnTo>
                  <a:lnTo>
                    <a:pt x="31337" y="4032"/>
                  </a:lnTo>
                  <a:lnTo>
                    <a:pt x="51307" y="0"/>
                  </a:lnTo>
                  <a:lnTo>
                    <a:pt x="2641600" y="0"/>
                  </a:lnTo>
                  <a:lnTo>
                    <a:pt x="2661564" y="4032"/>
                  </a:lnTo>
                  <a:lnTo>
                    <a:pt x="2677874" y="15028"/>
                  </a:lnTo>
                  <a:lnTo>
                    <a:pt x="2688873" y="31337"/>
                  </a:lnTo>
                  <a:lnTo>
                    <a:pt x="2692908" y="51308"/>
                  </a:lnTo>
                  <a:lnTo>
                    <a:pt x="2692908" y="256540"/>
                  </a:lnTo>
                  <a:lnTo>
                    <a:pt x="2688873" y="276510"/>
                  </a:lnTo>
                  <a:lnTo>
                    <a:pt x="2677874" y="292819"/>
                  </a:lnTo>
                  <a:lnTo>
                    <a:pt x="2661564" y="303815"/>
                  </a:lnTo>
                  <a:lnTo>
                    <a:pt x="2641600" y="307848"/>
                  </a:lnTo>
                  <a:lnTo>
                    <a:pt x="51307" y="307848"/>
                  </a:lnTo>
                  <a:lnTo>
                    <a:pt x="31337" y="303815"/>
                  </a:lnTo>
                  <a:lnTo>
                    <a:pt x="15028" y="292819"/>
                  </a:lnTo>
                  <a:lnTo>
                    <a:pt x="4032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50618" y="6048247"/>
            <a:ext cx="26797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Productos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217143" y="6001511"/>
            <a:ext cx="2764790" cy="454659"/>
            <a:chOff x="3217143" y="6001511"/>
            <a:chExt cx="2764790" cy="454659"/>
          </a:xfrm>
        </p:grpSpPr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17143" y="6012076"/>
              <a:ext cx="2764575" cy="37968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83735" y="6001511"/>
              <a:ext cx="1231391" cy="45413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255263" y="6030467"/>
              <a:ext cx="2692908" cy="30784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255263" y="6030467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5" h="307975">
                  <a:moveTo>
                    <a:pt x="0" y="51307"/>
                  </a:moveTo>
                  <a:lnTo>
                    <a:pt x="4034" y="31337"/>
                  </a:lnTo>
                  <a:lnTo>
                    <a:pt x="15033" y="15028"/>
                  </a:lnTo>
                  <a:lnTo>
                    <a:pt x="31343" y="4032"/>
                  </a:lnTo>
                  <a:lnTo>
                    <a:pt x="51308" y="0"/>
                  </a:lnTo>
                  <a:lnTo>
                    <a:pt x="2641600" y="0"/>
                  </a:lnTo>
                  <a:lnTo>
                    <a:pt x="2661564" y="4032"/>
                  </a:lnTo>
                  <a:lnTo>
                    <a:pt x="2677874" y="15028"/>
                  </a:lnTo>
                  <a:lnTo>
                    <a:pt x="2688873" y="31337"/>
                  </a:lnTo>
                  <a:lnTo>
                    <a:pt x="2692908" y="51307"/>
                  </a:lnTo>
                  <a:lnTo>
                    <a:pt x="2692908" y="256539"/>
                  </a:lnTo>
                  <a:lnTo>
                    <a:pt x="2688873" y="276510"/>
                  </a:lnTo>
                  <a:lnTo>
                    <a:pt x="2677874" y="292819"/>
                  </a:lnTo>
                  <a:lnTo>
                    <a:pt x="2661564" y="303815"/>
                  </a:lnTo>
                  <a:lnTo>
                    <a:pt x="2641600" y="307847"/>
                  </a:lnTo>
                  <a:lnTo>
                    <a:pt x="51308" y="307847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262043" y="6059220"/>
            <a:ext cx="26797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71219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Tecnología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228567" y="5989320"/>
            <a:ext cx="2764790" cy="454659"/>
            <a:chOff x="6228567" y="5989320"/>
            <a:chExt cx="2764790" cy="454659"/>
          </a:xfrm>
        </p:grpSpPr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28567" y="5999884"/>
              <a:ext cx="2764575" cy="37968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900671" y="5989320"/>
              <a:ext cx="1420368" cy="45413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66687" y="6018276"/>
              <a:ext cx="2692908" cy="30784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6266687" y="6018276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4" h="307975">
                  <a:moveTo>
                    <a:pt x="0" y="51308"/>
                  </a:moveTo>
                  <a:lnTo>
                    <a:pt x="4034" y="31337"/>
                  </a:lnTo>
                  <a:lnTo>
                    <a:pt x="15033" y="15028"/>
                  </a:lnTo>
                  <a:lnTo>
                    <a:pt x="31343" y="4032"/>
                  </a:lnTo>
                  <a:lnTo>
                    <a:pt x="51308" y="0"/>
                  </a:lnTo>
                  <a:lnTo>
                    <a:pt x="2641600" y="0"/>
                  </a:lnTo>
                  <a:lnTo>
                    <a:pt x="2661564" y="4032"/>
                  </a:lnTo>
                  <a:lnTo>
                    <a:pt x="2677874" y="15028"/>
                  </a:lnTo>
                  <a:lnTo>
                    <a:pt x="2688873" y="31337"/>
                  </a:lnTo>
                  <a:lnTo>
                    <a:pt x="2692908" y="51308"/>
                  </a:lnTo>
                  <a:lnTo>
                    <a:pt x="2692908" y="256540"/>
                  </a:lnTo>
                  <a:lnTo>
                    <a:pt x="2688873" y="276510"/>
                  </a:lnTo>
                  <a:lnTo>
                    <a:pt x="2677874" y="292819"/>
                  </a:lnTo>
                  <a:lnTo>
                    <a:pt x="2661564" y="303815"/>
                  </a:lnTo>
                  <a:lnTo>
                    <a:pt x="2641600" y="307848"/>
                  </a:lnTo>
                  <a:lnTo>
                    <a:pt x="51308" y="307848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273467" y="6048247"/>
            <a:ext cx="26797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6605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Organización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14122" y="5965697"/>
            <a:ext cx="2752725" cy="419100"/>
          </a:xfrm>
          <a:custGeom>
            <a:avLst/>
            <a:gdLst/>
            <a:ahLst/>
            <a:cxnLst/>
            <a:rect l="l" t="t" r="r" b="b"/>
            <a:pathLst>
              <a:path w="2752725" h="419100">
                <a:moveTo>
                  <a:pt x="0" y="69849"/>
                </a:moveTo>
                <a:lnTo>
                  <a:pt x="5488" y="42658"/>
                </a:lnTo>
                <a:lnTo>
                  <a:pt x="20456" y="20456"/>
                </a:lnTo>
                <a:lnTo>
                  <a:pt x="42658" y="5488"/>
                </a:lnTo>
                <a:lnTo>
                  <a:pt x="69850" y="0"/>
                </a:lnTo>
                <a:lnTo>
                  <a:pt x="2682494" y="0"/>
                </a:lnTo>
                <a:lnTo>
                  <a:pt x="2709695" y="5488"/>
                </a:lnTo>
                <a:lnTo>
                  <a:pt x="2731897" y="20456"/>
                </a:lnTo>
                <a:lnTo>
                  <a:pt x="2746859" y="42658"/>
                </a:lnTo>
                <a:lnTo>
                  <a:pt x="2752344" y="69849"/>
                </a:lnTo>
                <a:lnTo>
                  <a:pt x="2752344" y="349249"/>
                </a:lnTo>
                <a:lnTo>
                  <a:pt x="2746859" y="376435"/>
                </a:lnTo>
                <a:lnTo>
                  <a:pt x="2731897" y="398638"/>
                </a:lnTo>
                <a:lnTo>
                  <a:pt x="2709695" y="413609"/>
                </a:lnTo>
                <a:lnTo>
                  <a:pt x="2682494" y="419099"/>
                </a:lnTo>
                <a:lnTo>
                  <a:pt x="69850" y="419099"/>
                </a:lnTo>
                <a:lnTo>
                  <a:pt x="42658" y="413609"/>
                </a:lnTo>
                <a:lnTo>
                  <a:pt x="20456" y="398638"/>
                </a:lnTo>
                <a:lnTo>
                  <a:pt x="5488" y="376435"/>
                </a:lnTo>
                <a:lnTo>
                  <a:pt x="0" y="349249"/>
                </a:lnTo>
                <a:lnTo>
                  <a:pt x="0" y="69849"/>
                </a:lnTo>
                <a:close/>
              </a:path>
            </a:pathLst>
          </a:custGeom>
          <a:ln w="508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225545" y="5973317"/>
            <a:ext cx="2752725" cy="419100"/>
          </a:xfrm>
          <a:custGeom>
            <a:avLst/>
            <a:gdLst/>
            <a:ahLst/>
            <a:cxnLst/>
            <a:rect l="l" t="t" r="r" b="b"/>
            <a:pathLst>
              <a:path w="2752725" h="419100">
                <a:moveTo>
                  <a:pt x="0" y="69849"/>
                </a:moveTo>
                <a:lnTo>
                  <a:pt x="5484" y="42658"/>
                </a:lnTo>
                <a:lnTo>
                  <a:pt x="20446" y="20456"/>
                </a:lnTo>
                <a:lnTo>
                  <a:pt x="42648" y="5488"/>
                </a:lnTo>
                <a:lnTo>
                  <a:pt x="69850" y="0"/>
                </a:lnTo>
                <a:lnTo>
                  <a:pt x="2682494" y="0"/>
                </a:lnTo>
                <a:lnTo>
                  <a:pt x="2709695" y="5488"/>
                </a:lnTo>
                <a:lnTo>
                  <a:pt x="2731897" y="20456"/>
                </a:lnTo>
                <a:lnTo>
                  <a:pt x="2746859" y="42658"/>
                </a:lnTo>
                <a:lnTo>
                  <a:pt x="2752344" y="69849"/>
                </a:lnTo>
                <a:lnTo>
                  <a:pt x="2752344" y="349249"/>
                </a:lnTo>
                <a:lnTo>
                  <a:pt x="2746859" y="376441"/>
                </a:lnTo>
                <a:lnTo>
                  <a:pt x="2731897" y="398643"/>
                </a:lnTo>
                <a:lnTo>
                  <a:pt x="2709695" y="413611"/>
                </a:lnTo>
                <a:lnTo>
                  <a:pt x="2682494" y="419099"/>
                </a:lnTo>
                <a:lnTo>
                  <a:pt x="69850" y="419099"/>
                </a:lnTo>
                <a:lnTo>
                  <a:pt x="42648" y="413611"/>
                </a:lnTo>
                <a:lnTo>
                  <a:pt x="20446" y="398643"/>
                </a:lnTo>
                <a:lnTo>
                  <a:pt x="5484" y="376441"/>
                </a:lnTo>
                <a:lnTo>
                  <a:pt x="0" y="349249"/>
                </a:lnTo>
                <a:lnTo>
                  <a:pt x="0" y="69849"/>
                </a:lnTo>
                <a:close/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236970" y="5971794"/>
            <a:ext cx="2750820" cy="419100"/>
          </a:xfrm>
          <a:custGeom>
            <a:avLst/>
            <a:gdLst/>
            <a:ahLst/>
            <a:cxnLst/>
            <a:rect l="l" t="t" r="r" b="b"/>
            <a:pathLst>
              <a:path w="2750820" h="419100">
                <a:moveTo>
                  <a:pt x="0" y="69849"/>
                </a:moveTo>
                <a:lnTo>
                  <a:pt x="5484" y="42658"/>
                </a:lnTo>
                <a:lnTo>
                  <a:pt x="20447" y="20456"/>
                </a:lnTo>
                <a:lnTo>
                  <a:pt x="42648" y="5488"/>
                </a:lnTo>
                <a:lnTo>
                  <a:pt x="69850" y="0"/>
                </a:lnTo>
                <a:lnTo>
                  <a:pt x="2680970" y="0"/>
                </a:lnTo>
                <a:lnTo>
                  <a:pt x="2708171" y="5488"/>
                </a:lnTo>
                <a:lnTo>
                  <a:pt x="2730373" y="20456"/>
                </a:lnTo>
                <a:lnTo>
                  <a:pt x="2745335" y="42658"/>
                </a:lnTo>
                <a:lnTo>
                  <a:pt x="2750820" y="69849"/>
                </a:lnTo>
                <a:lnTo>
                  <a:pt x="2750820" y="349249"/>
                </a:lnTo>
                <a:lnTo>
                  <a:pt x="2745335" y="376441"/>
                </a:lnTo>
                <a:lnTo>
                  <a:pt x="2730373" y="398643"/>
                </a:lnTo>
                <a:lnTo>
                  <a:pt x="2708171" y="413611"/>
                </a:lnTo>
                <a:lnTo>
                  <a:pt x="2680970" y="419099"/>
                </a:lnTo>
                <a:lnTo>
                  <a:pt x="69850" y="419099"/>
                </a:lnTo>
                <a:lnTo>
                  <a:pt x="42648" y="413611"/>
                </a:lnTo>
                <a:lnTo>
                  <a:pt x="20446" y="398643"/>
                </a:lnTo>
                <a:lnTo>
                  <a:pt x="5484" y="376441"/>
                </a:lnTo>
                <a:lnTo>
                  <a:pt x="0" y="349249"/>
                </a:lnTo>
                <a:lnTo>
                  <a:pt x="0" y="69849"/>
                </a:lnTo>
                <a:close/>
              </a:path>
            </a:pathLst>
          </a:custGeom>
          <a:ln w="50800">
            <a:solidFill>
              <a:srgbClr val="EE8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8435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Gobierno</a:t>
            </a:r>
            <a:r>
              <a:rPr spc="-185" dirty="0"/>
              <a:t> </a:t>
            </a:r>
            <a:r>
              <a:rPr spc="-60" dirty="0"/>
              <a:t>de</a:t>
            </a:r>
            <a:r>
              <a:rPr spc="-195" dirty="0"/>
              <a:t> </a:t>
            </a:r>
            <a:r>
              <a:rPr spc="-185" dirty="0"/>
              <a:t>los </a:t>
            </a:r>
            <a:r>
              <a:rPr spc="-85" dirty="0"/>
              <a:t>datos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30281" y="2654820"/>
            <a:ext cx="2766695" cy="454659"/>
            <a:chOff x="3130281" y="2654820"/>
            <a:chExt cx="2766695" cy="45465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0281" y="2665372"/>
              <a:ext cx="2766089" cy="3796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0500" y="2654820"/>
              <a:ext cx="1027188" cy="454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8396" y="2683764"/>
              <a:ext cx="2694432" cy="3078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68396" y="2683764"/>
              <a:ext cx="2694940" cy="307975"/>
            </a:xfrm>
            <a:custGeom>
              <a:avLst/>
              <a:gdLst/>
              <a:ahLst/>
              <a:cxnLst/>
              <a:rect l="l" t="t" r="r" b="b"/>
              <a:pathLst>
                <a:path w="2694940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2643124" y="0"/>
                  </a:lnTo>
                  <a:lnTo>
                    <a:pt x="2663088" y="4034"/>
                  </a:lnTo>
                  <a:lnTo>
                    <a:pt x="2679398" y="15033"/>
                  </a:lnTo>
                  <a:lnTo>
                    <a:pt x="2690397" y="31343"/>
                  </a:lnTo>
                  <a:lnTo>
                    <a:pt x="2694432" y="51308"/>
                  </a:lnTo>
                  <a:lnTo>
                    <a:pt x="2694432" y="256539"/>
                  </a:lnTo>
                  <a:lnTo>
                    <a:pt x="2690397" y="276504"/>
                  </a:lnTo>
                  <a:lnTo>
                    <a:pt x="2679398" y="292814"/>
                  </a:lnTo>
                  <a:lnTo>
                    <a:pt x="2663088" y="303813"/>
                  </a:lnTo>
                  <a:lnTo>
                    <a:pt x="2643124" y="307848"/>
                  </a:lnTo>
                  <a:lnTo>
                    <a:pt x="51308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130281" y="3357384"/>
            <a:ext cx="2766695" cy="454659"/>
            <a:chOff x="3130281" y="3357384"/>
            <a:chExt cx="2766695" cy="45465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0281" y="3366411"/>
              <a:ext cx="2766089" cy="3796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7392" y="3357384"/>
              <a:ext cx="1991867" cy="4541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8396" y="3384803"/>
              <a:ext cx="2694432" cy="3078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68396" y="3384803"/>
              <a:ext cx="2694940" cy="307975"/>
            </a:xfrm>
            <a:custGeom>
              <a:avLst/>
              <a:gdLst/>
              <a:ahLst/>
              <a:cxnLst/>
              <a:rect l="l" t="t" r="r" b="b"/>
              <a:pathLst>
                <a:path w="2694940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2643124" y="0"/>
                  </a:lnTo>
                  <a:lnTo>
                    <a:pt x="2663088" y="4034"/>
                  </a:lnTo>
                  <a:lnTo>
                    <a:pt x="2679398" y="15033"/>
                  </a:lnTo>
                  <a:lnTo>
                    <a:pt x="2690397" y="31343"/>
                  </a:lnTo>
                  <a:lnTo>
                    <a:pt x="2694432" y="51308"/>
                  </a:lnTo>
                  <a:lnTo>
                    <a:pt x="2694432" y="256540"/>
                  </a:lnTo>
                  <a:lnTo>
                    <a:pt x="2690397" y="276504"/>
                  </a:lnTo>
                  <a:lnTo>
                    <a:pt x="2679398" y="292814"/>
                  </a:lnTo>
                  <a:lnTo>
                    <a:pt x="2663088" y="303813"/>
                  </a:lnTo>
                  <a:lnTo>
                    <a:pt x="2643124" y="307848"/>
                  </a:lnTo>
                  <a:lnTo>
                    <a:pt x="51308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142468" y="4062996"/>
            <a:ext cx="2764790" cy="454659"/>
            <a:chOff x="3142468" y="4062996"/>
            <a:chExt cx="2764790" cy="454659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2468" y="4073547"/>
              <a:ext cx="2764575" cy="3796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27120" y="4062996"/>
              <a:ext cx="1793748" cy="4541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80588" y="4091939"/>
              <a:ext cx="2692908" cy="3078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80588" y="4091939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5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2641600" y="0"/>
                  </a:lnTo>
                  <a:lnTo>
                    <a:pt x="2661564" y="4034"/>
                  </a:lnTo>
                  <a:lnTo>
                    <a:pt x="2677874" y="15033"/>
                  </a:lnTo>
                  <a:lnTo>
                    <a:pt x="2688873" y="31343"/>
                  </a:lnTo>
                  <a:lnTo>
                    <a:pt x="2692908" y="51308"/>
                  </a:lnTo>
                  <a:lnTo>
                    <a:pt x="2692908" y="256540"/>
                  </a:lnTo>
                  <a:lnTo>
                    <a:pt x="2688873" y="276504"/>
                  </a:lnTo>
                  <a:lnTo>
                    <a:pt x="2677874" y="292814"/>
                  </a:lnTo>
                  <a:lnTo>
                    <a:pt x="2661564" y="303813"/>
                  </a:lnTo>
                  <a:lnTo>
                    <a:pt x="2641600" y="307848"/>
                  </a:lnTo>
                  <a:lnTo>
                    <a:pt x="51307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125703" y="4713744"/>
            <a:ext cx="2764790" cy="454659"/>
            <a:chOff x="3125703" y="4713744"/>
            <a:chExt cx="2764790" cy="454659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5703" y="4724296"/>
              <a:ext cx="2764575" cy="37968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32987" y="4713744"/>
              <a:ext cx="2348484" cy="4541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63823" y="4742688"/>
              <a:ext cx="2692908" cy="30784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63823" y="4742688"/>
              <a:ext cx="2693035" cy="307975"/>
            </a:xfrm>
            <a:custGeom>
              <a:avLst/>
              <a:gdLst/>
              <a:ahLst/>
              <a:cxnLst/>
              <a:rect l="l" t="t" r="r" b="b"/>
              <a:pathLst>
                <a:path w="2693035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2641600" y="0"/>
                  </a:lnTo>
                  <a:lnTo>
                    <a:pt x="2661564" y="4034"/>
                  </a:lnTo>
                  <a:lnTo>
                    <a:pt x="2677874" y="15033"/>
                  </a:lnTo>
                  <a:lnTo>
                    <a:pt x="2688873" y="31343"/>
                  </a:lnTo>
                  <a:lnTo>
                    <a:pt x="2692908" y="51307"/>
                  </a:lnTo>
                  <a:lnTo>
                    <a:pt x="2692908" y="256539"/>
                  </a:lnTo>
                  <a:lnTo>
                    <a:pt x="2688873" y="276504"/>
                  </a:lnTo>
                  <a:lnTo>
                    <a:pt x="2677874" y="292814"/>
                  </a:lnTo>
                  <a:lnTo>
                    <a:pt x="2661564" y="303813"/>
                  </a:lnTo>
                  <a:lnTo>
                    <a:pt x="2641600" y="307848"/>
                  </a:lnTo>
                  <a:lnTo>
                    <a:pt x="51307" y="307848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170603" y="2305278"/>
            <a:ext cx="2696210" cy="27063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865"/>
              </a:spcBef>
            </a:pPr>
            <a:r>
              <a:rPr sz="1400" dirty="0">
                <a:latin typeface="Arial MT"/>
                <a:cs typeface="Arial MT"/>
              </a:rPr>
              <a:t>Definición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de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1400" b="1" spc="-10" dirty="0">
                <a:latin typeface="Arial"/>
                <a:cs typeface="Arial"/>
              </a:rPr>
              <a:t>Políticas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1400" dirty="0">
                <a:latin typeface="Arial MT"/>
                <a:cs typeface="Arial MT"/>
              </a:rPr>
              <a:t>aplican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mediante</a:t>
            </a:r>
            <a:endParaRPr sz="1400">
              <a:latin typeface="Arial MT"/>
              <a:cs typeface="Arial MT"/>
            </a:endParaRPr>
          </a:p>
          <a:p>
            <a:pPr marL="495934" marR="494030" algn="ctr">
              <a:lnSpc>
                <a:spcPct val="161800"/>
              </a:lnSpc>
              <a:spcBef>
                <a:spcPts val="90"/>
              </a:spcBef>
            </a:pPr>
            <a:r>
              <a:rPr sz="1400" b="1" dirty="0">
                <a:latin typeface="Arial"/>
                <a:cs typeface="Arial"/>
              </a:rPr>
              <a:t>Procesos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concretos </a:t>
            </a:r>
            <a:r>
              <a:rPr sz="1400" dirty="0">
                <a:latin typeface="Arial MT"/>
                <a:cs typeface="Arial MT"/>
              </a:rPr>
              <a:t>ejecutados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por</a:t>
            </a:r>
            <a:r>
              <a:rPr sz="1400" spc="50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Roles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específicos </a:t>
            </a:r>
            <a:r>
              <a:rPr sz="1400" spc="-10" dirty="0">
                <a:latin typeface="Arial MT"/>
                <a:cs typeface="Arial MT"/>
              </a:rPr>
              <a:t>utilizando</a:t>
            </a:r>
            <a:endParaRPr sz="1400">
              <a:latin typeface="Arial MT"/>
              <a:cs typeface="Arial MT"/>
            </a:endParaRPr>
          </a:p>
          <a:p>
            <a:pPr marR="5715" algn="ctr">
              <a:lnSpc>
                <a:spcPct val="100000"/>
              </a:lnSpc>
              <a:spcBef>
                <a:spcPts val="855"/>
              </a:spcBef>
            </a:pPr>
            <a:r>
              <a:rPr sz="1400" b="1" dirty="0">
                <a:latin typeface="Arial"/>
                <a:cs typeface="Arial"/>
              </a:rPr>
              <a:t>Herramientas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dedicadas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3898" y="911338"/>
            <a:ext cx="7917180" cy="1099185"/>
            <a:chOff x="723898" y="911338"/>
            <a:chExt cx="7917180" cy="1099185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3898" y="911338"/>
              <a:ext cx="7917183" cy="104855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1332" y="915936"/>
              <a:ext cx="7862316" cy="109421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2000" y="929640"/>
              <a:ext cx="7845552" cy="97688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62000" y="929640"/>
              <a:ext cx="7846059" cy="977265"/>
            </a:xfrm>
            <a:custGeom>
              <a:avLst/>
              <a:gdLst/>
              <a:ahLst/>
              <a:cxnLst/>
              <a:rect l="l" t="t" r="r" b="b"/>
              <a:pathLst>
                <a:path w="7846059" h="977264">
                  <a:moveTo>
                    <a:pt x="0" y="162813"/>
                  </a:moveTo>
                  <a:lnTo>
                    <a:pt x="5816" y="119532"/>
                  </a:lnTo>
                  <a:lnTo>
                    <a:pt x="22229" y="80640"/>
                  </a:lnTo>
                  <a:lnTo>
                    <a:pt x="47688" y="47688"/>
                  </a:lnTo>
                  <a:lnTo>
                    <a:pt x="80640" y="22229"/>
                  </a:lnTo>
                  <a:lnTo>
                    <a:pt x="119532" y="5816"/>
                  </a:lnTo>
                  <a:lnTo>
                    <a:pt x="162813" y="0"/>
                  </a:lnTo>
                  <a:lnTo>
                    <a:pt x="7682738" y="0"/>
                  </a:lnTo>
                  <a:lnTo>
                    <a:pt x="7726019" y="5816"/>
                  </a:lnTo>
                  <a:lnTo>
                    <a:pt x="7764911" y="22229"/>
                  </a:lnTo>
                  <a:lnTo>
                    <a:pt x="7797863" y="47688"/>
                  </a:lnTo>
                  <a:lnTo>
                    <a:pt x="7823322" y="80640"/>
                  </a:lnTo>
                  <a:lnTo>
                    <a:pt x="7839735" y="119532"/>
                  </a:lnTo>
                  <a:lnTo>
                    <a:pt x="7845552" y="162813"/>
                  </a:lnTo>
                  <a:lnTo>
                    <a:pt x="7845552" y="814070"/>
                  </a:lnTo>
                  <a:lnTo>
                    <a:pt x="7839735" y="857351"/>
                  </a:lnTo>
                  <a:lnTo>
                    <a:pt x="7823322" y="896243"/>
                  </a:lnTo>
                  <a:lnTo>
                    <a:pt x="7797863" y="929195"/>
                  </a:lnTo>
                  <a:lnTo>
                    <a:pt x="7764911" y="954654"/>
                  </a:lnTo>
                  <a:lnTo>
                    <a:pt x="7726019" y="971067"/>
                  </a:lnTo>
                  <a:lnTo>
                    <a:pt x="7682738" y="976884"/>
                  </a:lnTo>
                  <a:lnTo>
                    <a:pt x="162813" y="976884"/>
                  </a:lnTo>
                  <a:lnTo>
                    <a:pt x="119532" y="971067"/>
                  </a:lnTo>
                  <a:lnTo>
                    <a:pt x="80640" y="954654"/>
                  </a:lnTo>
                  <a:lnTo>
                    <a:pt x="47688" y="929195"/>
                  </a:lnTo>
                  <a:lnTo>
                    <a:pt x="22229" y="896243"/>
                  </a:lnTo>
                  <a:lnTo>
                    <a:pt x="5816" y="857351"/>
                  </a:lnTo>
                  <a:lnTo>
                    <a:pt x="0" y="814070"/>
                  </a:lnTo>
                  <a:lnTo>
                    <a:pt x="0" y="162813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7983" y="973074"/>
            <a:ext cx="7595234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937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especificación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derechos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decisión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marco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0" dirty="0">
                <a:latin typeface="Arial MT"/>
                <a:cs typeface="Arial MT"/>
              </a:rPr>
              <a:t> responsabilidad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garantizar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el </a:t>
            </a:r>
            <a:r>
              <a:rPr sz="1400" spc="-10" dirty="0">
                <a:latin typeface="Arial MT"/>
                <a:cs typeface="Arial MT"/>
              </a:rPr>
              <a:t>comportamiento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adecuado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valoración,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creación,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consumo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control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datos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y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analítica.</a:t>
            </a:r>
            <a:endParaRPr sz="1400">
              <a:latin typeface="Arial MT"/>
              <a:cs typeface="Arial MT"/>
            </a:endParaRPr>
          </a:p>
          <a:p>
            <a:pPr marL="6978650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Gartner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6291" y="5340096"/>
            <a:ext cx="1713230" cy="454659"/>
            <a:chOff x="306291" y="5340096"/>
            <a:chExt cx="1713230" cy="454659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6291" y="5350660"/>
              <a:ext cx="1713040" cy="37968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7200" y="5340096"/>
              <a:ext cx="1408176" cy="4541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4423" y="5369052"/>
              <a:ext cx="1641348" cy="30784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423" y="5369052"/>
              <a:ext cx="1641475" cy="307975"/>
            </a:xfrm>
            <a:custGeom>
              <a:avLst/>
              <a:gdLst/>
              <a:ahLst/>
              <a:cxnLst/>
              <a:rect l="l" t="t" r="r" b="b"/>
              <a:pathLst>
                <a:path w="1641475" h="307975">
                  <a:moveTo>
                    <a:pt x="0" y="51308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7" y="0"/>
                  </a:lnTo>
                  <a:lnTo>
                    <a:pt x="1590039" y="0"/>
                  </a:lnTo>
                  <a:lnTo>
                    <a:pt x="1610004" y="4034"/>
                  </a:lnTo>
                  <a:lnTo>
                    <a:pt x="1626314" y="15033"/>
                  </a:lnTo>
                  <a:lnTo>
                    <a:pt x="1637313" y="31343"/>
                  </a:lnTo>
                  <a:lnTo>
                    <a:pt x="1641348" y="51308"/>
                  </a:lnTo>
                  <a:lnTo>
                    <a:pt x="1641348" y="256540"/>
                  </a:lnTo>
                  <a:lnTo>
                    <a:pt x="1637313" y="276510"/>
                  </a:lnTo>
                  <a:lnTo>
                    <a:pt x="1626314" y="292819"/>
                  </a:lnTo>
                  <a:lnTo>
                    <a:pt x="1610004" y="303815"/>
                  </a:lnTo>
                  <a:lnTo>
                    <a:pt x="1590039" y="307848"/>
                  </a:lnTo>
                  <a:lnTo>
                    <a:pt x="51307" y="307848"/>
                  </a:lnTo>
                  <a:lnTo>
                    <a:pt x="31337" y="303815"/>
                  </a:lnTo>
                  <a:lnTo>
                    <a:pt x="15028" y="292819"/>
                  </a:lnTo>
                  <a:lnTo>
                    <a:pt x="4032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93851" y="5397804"/>
            <a:ext cx="11404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Ciclo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Vida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036031" y="5340096"/>
            <a:ext cx="1713230" cy="454659"/>
            <a:chOff x="2036031" y="5340096"/>
            <a:chExt cx="1713230" cy="454659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36031" y="5350660"/>
              <a:ext cx="1713040" cy="37968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23160" y="5340096"/>
              <a:ext cx="937260" cy="4541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74164" y="5369052"/>
              <a:ext cx="1641348" cy="30784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074164" y="5369052"/>
              <a:ext cx="1641475" cy="307975"/>
            </a:xfrm>
            <a:custGeom>
              <a:avLst/>
              <a:gdLst/>
              <a:ahLst/>
              <a:cxnLst/>
              <a:rect l="l" t="t" r="r" b="b"/>
              <a:pathLst>
                <a:path w="1641475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1590039" y="0"/>
                  </a:lnTo>
                  <a:lnTo>
                    <a:pt x="1610004" y="4034"/>
                  </a:lnTo>
                  <a:lnTo>
                    <a:pt x="1626314" y="15033"/>
                  </a:lnTo>
                  <a:lnTo>
                    <a:pt x="1637313" y="31343"/>
                  </a:lnTo>
                  <a:lnTo>
                    <a:pt x="1641348" y="51308"/>
                  </a:lnTo>
                  <a:lnTo>
                    <a:pt x="1641348" y="256540"/>
                  </a:lnTo>
                  <a:lnTo>
                    <a:pt x="1637313" y="276510"/>
                  </a:lnTo>
                  <a:lnTo>
                    <a:pt x="1626314" y="292819"/>
                  </a:lnTo>
                  <a:lnTo>
                    <a:pt x="1610004" y="303815"/>
                  </a:lnTo>
                  <a:lnTo>
                    <a:pt x="1590039" y="307848"/>
                  </a:lnTo>
                  <a:lnTo>
                    <a:pt x="51308" y="307848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560701" y="5397804"/>
            <a:ext cx="6699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Calidad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727703" y="5344667"/>
            <a:ext cx="1731645" cy="454659"/>
            <a:chOff x="3727703" y="5344667"/>
            <a:chExt cx="1731645" cy="454659"/>
          </a:xfrm>
        </p:grpSpPr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27703" y="5346191"/>
              <a:ext cx="1731264" cy="39776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54195" y="5344667"/>
              <a:ext cx="1479803" cy="45413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74947" y="5373623"/>
              <a:ext cx="1641348" cy="30784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74947" y="5373623"/>
              <a:ext cx="1641475" cy="307975"/>
            </a:xfrm>
            <a:custGeom>
              <a:avLst/>
              <a:gdLst/>
              <a:ahLst/>
              <a:cxnLst/>
              <a:rect l="l" t="t" r="r" b="b"/>
              <a:pathLst>
                <a:path w="1641475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1590039" y="0"/>
                  </a:lnTo>
                  <a:lnTo>
                    <a:pt x="1610004" y="4034"/>
                  </a:lnTo>
                  <a:lnTo>
                    <a:pt x="1626314" y="15033"/>
                  </a:lnTo>
                  <a:lnTo>
                    <a:pt x="1637313" y="31343"/>
                  </a:lnTo>
                  <a:lnTo>
                    <a:pt x="1641348" y="51307"/>
                  </a:lnTo>
                  <a:lnTo>
                    <a:pt x="1641348" y="256539"/>
                  </a:lnTo>
                  <a:lnTo>
                    <a:pt x="1637313" y="276510"/>
                  </a:lnTo>
                  <a:lnTo>
                    <a:pt x="1626314" y="292819"/>
                  </a:lnTo>
                  <a:lnTo>
                    <a:pt x="1610004" y="303815"/>
                  </a:lnTo>
                  <a:lnTo>
                    <a:pt x="1590039" y="307847"/>
                  </a:lnTo>
                  <a:lnTo>
                    <a:pt x="51307" y="307847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991102" y="5403596"/>
            <a:ext cx="1211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Interpretación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430011" y="5340096"/>
            <a:ext cx="1731645" cy="454659"/>
            <a:chOff x="5430011" y="5340096"/>
            <a:chExt cx="1731645" cy="454659"/>
          </a:xfrm>
        </p:grpSpPr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30011" y="5341620"/>
              <a:ext cx="1731264" cy="3977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02807" y="5340096"/>
              <a:ext cx="1184147" cy="45413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77255" y="5369052"/>
              <a:ext cx="1641348" cy="30784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477255" y="5369052"/>
              <a:ext cx="1641475" cy="307975"/>
            </a:xfrm>
            <a:custGeom>
              <a:avLst/>
              <a:gdLst/>
              <a:ahLst/>
              <a:cxnLst/>
              <a:rect l="l" t="t" r="r" b="b"/>
              <a:pathLst>
                <a:path w="1641475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1590040" y="0"/>
                  </a:lnTo>
                  <a:lnTo>
                    <a:pt x="1610004" y="4034"/>
                  </a:lnTo>
                  <a:lnTo>
                    <a:pt x="1626314" y="15033"/>
                  </a:lnTo>
                  <a:lnTo>
                    <a:pt x="1637313" y="31343"/>
                  </a:lnTo>
                  <a:lnTo>
                    <a:pt x="1641348" y="51308"/>
                  </a:lnTo>
                  <a:lnTo>
                    <a:pt x="1641348" y="256540"/>
                  </a:lnTo>
                  <a:lnTo>
                    <a:pt x="1637313" y="276510"/>
                  </a:lnTo>
                  <a:lnTo>
                    <a:pt x="1626314" y="292819"/>
                  </a:lnTo>
                  <a:lnTo>
                    <a:pt x="1610004" y="303815"/>
                  </a:lnTo>
                  <a:lnTo>
                    <a:pt x="1590040" y="307848"/>
                  </a:lnTo>
                  <a:lnTo>
                    <a:pt x="51308" y="307848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840729" y="5397804"/>
            <a:ext cx="91566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Utilización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168863" y="5340096"/>
            <a:ext cx="1713230" cy="454659"/>
            <a:chOff x="7168863" y="5340096"/>
            <a:chExt cx="1713230" cy="454659"/>
          </a:xfrm>
        </p:grpSpPr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68863" y="5350660"/>
              <a:ext cx="1713040" cy="37968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42048" y="5340096"/>
              <a:ext cx="1566672" cy="45413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06996" y="5369052"/>
              <a:ext cx="1641348" cy="30784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206996" y="5369052"/>
              <a:ext cx="1641475" cy="307975"/>
            </a:xfrm>
            <a:custGeom>
              <a:avLst/>
              <a:gdLst/>
              <a:ahLst/>
              <a:cxnLst/>
              <a:rect l="l" t="t" r="r" b="b"/>
              <a:pathLst>
                <a:path w="1641475" h="307975">
                  <a:moveTo>
                    <a:pt x="0" y="51308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1590039" y="0"/>
                  </a:lnTo>
                  <a:lnTo>
                    <a:pt x="1610004" y="4034"/>
                  </a:lnTo>
                  <a:lnTo>
                    <a:pt x="1626314" y="15033"/>
                  </a:lnTo>
                  <a:lnTo>
                    <a:pt x="1637313" y="31343"/>
                  </a:lnTo>
                  <a:lnTo>
                    <a:pt x="1641348" y="51308"/>
                  </a:lnTo>
                  <a:lnTo>
                    <a:pt x="1641348" y="256540"/>
                  </a:lnTo>
                  <a:lnTo>
                    <a:pt x="1637313" y="276510"/>
                  </a:lnTo>
                  <a:lnTo>
                    <a:pt x="1626314" y="292819"/>
                  </a:lnTo>
                  <a:lnTo>
                    <a:pt x="1610004" y="303815"/>
                  </a:lnTo>
                  <a:lnTo>
                    <a:pt x="1590039" y="307848"/>
                  </a:lnTo>
                  <a:lnTo>
                    <a:pt x="51307" y="307848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379334" y="5397804"/>
            <a:ext cx="12985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Acceso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seguro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384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Modelos</a:t>
            </a:r>
            <a:r>
              <a:rPr spc="-204" dirty="0"/>
              <a:t> </a:t>
            </a:r>
            <a:r>
              <a:rPr spc="-60" dirty="0"/>
              <a:t>de</a:t>
            </a:r>
            <a:r>
              <a:rPr spc="-200" dirty="0"/>
              <a:t> </a:t>
            </a:r>
            <a:r>
              <a:rPr spc="-105" dirty="0"/>
              <a:t>Gobierno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384" y="1463039"/>
            <a:ext cx="2894143" cy="22329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9322" y="1738130"/>
            <a:ext cx="2849834" cy="19463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674322" y="2587584"/>
            <a:ext cx="1638935" cy="418465"/>
            <a:chOff x="3674322" y="2587584"/>
            <a:chExt cx="1638935" cy="41846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4322" y="2587584"/>
              <a:ext cx="1638424" cy="4178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2463" y="2593848"/>
              <a:ext cx="1574291" cy="3596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12463" y="2593848"/>
              <a:ext cx="1574800" cy="360045"/>
            </a:xfrm>
            <a:custGeom>
              <a:avLst/>
              <a:gdLst/>
              <a:ahLst/>
              <a:cxnLst/>
              <a:rect l="l" t="t" r="r" b="b"/>
              <a:pathLst>
                <a:path w="1574800" h="360044">
                  <a:moveTo>
                    <a:pt x="0" y="89915"/>
                  </a:moveTo>
                  <a:lnTo>
                    <a:pt x="1394460" y="89915"/>
                  </a:lnTo>
                  <a:lnTo>
                    <a:pt x="1394460" y="0"/>
                  </a:lnTo>
                  <a:lnTo>
                    <a:pt x="1574291" y="179831"/>
                  </a:lnTo>
                  <a:lnTo>
                    <a:pt x="1394460" y="359663"/>
                  </a:lnTo>
                  <a:lnTo>
                    <a:pt x="1394460" y="269748"/>
                  </a:lnTo>
                  <a:lnTo>
                    <a:pt x="0" y="269748"/>
                  </a:lnTo>
                  <a:lnTo>
                    <a:pt x="0" y="89915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671696" y="2299462"/>
            <a:ext cx="15652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Enfoque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progresivo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70873" y="4034000"/>
            <a:ext cx="5751830" cy="2498090"/>
            <a:chOff x="1770873" y="4034000"/>
            <a:chExt cx="5751830" cy="249809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0873" y="4034000"/>
              <a:ext cx="5751604" cy="24978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7567" y="4122432"/>
              <a:ext cx="5231891" cy="19476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8987" y="4052315"/>
              <a:ext cx="5679947" cy="24262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08987" y="4052315"/>
              <a:ext cx="5680075" cy="2426335"/>
            </a:xfrm>
            <a:custGeom>
              <a:avLst/>
              <a:gdLst/>
              <a:ahLst/>
              <a:cxnLst/>
              <a:rect l="l" t="t" r="r" b="b"/>
              <a:pathLst>
                <a:path w="5680075" h="2426335">
                  <a:moveTo>
                    <a:pt x="0" y="404367"/>
                  </a:moveTo>
                  <a:lnTo>
                    <a:pt x="2721" y="357221"/>
                  </a:lnTo>
                  <a:lnTo>
                    <a:pt x="10682" y="311669"/>
                  </a:lnTo>
                  <a:lnTo>
                    <a:pt x="23580" y="268015"/>
                  </a:lnTo>
                  <a:lnTo>
                    <a:pt x="41110" y="226563"/>
                  </a:lnTo>
                  <a:lnTo>
                    <a:pt x="62970" y="187617"/>
                  </a:lnTo>
                  <a:lnTo>
                    <a:pt x="88854" y="151481"/>
                  </a:lnTo>
                  <a:lnTo>
                    <a:pt x="118459" y="118459"/>
                  </a:lnTo>
                  <a:lnTo>
                    <a:pt x="151481" y="88854"/>
                  </a:lnTo>
                  <a:lnTo>
                    <a:pt x="187617" y="62970"/>
                  </a:lnTo>
                  <a:lnTo>
                    <a:pt x="226563" y="41110"/>
                  </a:lnTo>
                  <a:lnTo>
                    <a:pt x="268015" y="23580"/>
                  </a:lnTo>
                  <a:lnTo>
                    <a:pt x="311669" y="10682"/>
                  </a:lnTo>
                  <a:lnTo>
                    <a:pt x="357221" y="2721"/>
                  </a:lnTo>
                  <a:lnTo>
                    <a:pt x="404368" y="0"/>
                  </a:lnTo>
                  <a:lnTo>
                    <a:pt x="5275580" y="0"/>
                  </a:lnTo>
                  <a:lnTo>
                    <a:pt x="5322726" y="2721"/>
                  </a:lnTo>
                  <a:lnTo>
                    <a:pt x="5368278" y="10682"/>
                  </a:lnTo>
                  <a:lnTo>
                    <a:pt x="5411932" y="23580"/>
                  </a:lnTo>
                  <a:lnTo>
                    <a:pt x="5453384" y="41110"/>
                  </a:lnTo>
                  <a:lnTo>
                    <a:pt x="5492330" y="62970"/>
                  </a:lnTo>
                  <a:lnTo>
                    <a:pt x="5528466" y="88854"/>
                  </a:lnTo>
                  <a:lnTo>
                    <a:pt x="5561488" y="118459"/>
                  </a:lnTo>
                  <a:lnTo>
                    <a:pt x="5591093" y="151481"/>
                  </a:lnTo>
                  <a:lnTo>
                    <a:pt x="5616977" y="187617"/>
                  </a:lnTo>
                  <a:lnTo>
                    <a:pt x="5638837" y="226563"/>
                  </a:lnTo>
                  <a:lnTo>
                    <a:pt x="5656367" y="268015"/>
                  </a:lnTo>
                  <a:lnTo>
                    <a:pt x="5669265" y="311669"/>
                  </a:lnTo>
                  <a:lnTo>
                    <a:pt x="5677226" y="357221"/>
                  </a:lnTo>
                  <a:lnTo>
                    <a:pt x="5679947" y="404367"/>
                  </a:lnTo>
                  <a:lnTo>
                    <a:pt x="5679947" y="2021827"/>
                  </a:lnTo>
                  <a:lnTo>
                    <a:pt x="5677226" y="2068988"/>
                  </a:lnTo>
                  <a:lnTo>
                    <a:pt x="5669265" y="2114550"/>
                  </a:lnTo>
                  <a:lnTo>
                    <a:pt x="5656367" y="2158211"/>
                  </a:lnTo>
                  <a:lnTo>
                    <a:pt x="5638837" y="2199667"/>
                  </a:lnTo>
                  <a:lnTo>
                    <a:pt x="5616977" y="2238614"/>
                  </a:lnTo>
                  <a:lnTo>
                    <a:pt x="5591093" y="2274750"/>
                  </a:lnTo>
                  <a:lnTo>
                    <a:pt x="5561488" y="2307770"/>
                  </a:lnTo>
                  <a:lnTo>
                    <a:pt x="5528466" y="2337372"/>
                  </a:lnTo>
                  <a:lnTo>
                    <a:pt x="5492330" y="2363252"/>
                  </a:lnTo>
                  <a:lnTo>
                    <a:pt x="5453384" y="2385107"/>
                  </a:lnTo>
                  <a:lnTo>
                    <a:pt x="5411932" y="2402634"/>
                  </a:lnTo>
                  <a:lnTo>
                    <a:pt x="5368278" y="2415528"/>
                  </a:lnTo>
                  <a:lnTo>
                    <a:pt x="5322726" y="2423487"/>
                  </a:lnTo>
                  <a:lnTo>
                    <a:pt x="5275580" y="2426207"/>
                  </a:lnTo>
                  <a:lnTo>
                    <a:pt x="404368" y="2426207"/>
                  </a:lnTo>
                  <a:lnTo>
                    <a:pt x="357221" y="2423487"/>
                  </a:lnTo>
                  <a:lnTo>
                    <a:pt x="311669" y="2415528"/>
                  </a:lnTo>
                  <a:lnTo>
                    <a:pt x="268015" y="2402634"/>
                  </a:lnTo>
                  <a:lnTo>
                    <a:pt x="226563" y="2385107"/>
                  </a:lnTo>
                  <a:lnTo>
                    <a:pt x="187617" y="2363252"/>
                  </a:lnTo>
                  <a:lnTo>
                    <a:pt x="151481" y="2337372"/>
                  </a:lnTo>
                  <a:lnTo>
                    <a:pt x="118459" y="2307770"/>
                  </a:lnTo>
                  <a:lnTo>
                    <a:pt x="88854" y="2274750"/>
                  </a:lnTo>
                  <a:lnTo>
                    <a:pt x="62970" y="2238614"/>
                  </a:lnTo>
                  <a:lnTo>
                    <a:pt x="41110" y="2199667"/>
                  </a:lnTo>
                  <a:lnTo>
                    <a:pt x="23580" y="2158211"/>
                  </a:lnTo>
                  <a:lnTo>
                    <a:pt x="10682" y="2114550"/>
                  </a:lnTo>
                  <a:lnTo>
                    <a:pt x="2721" y="2068988"/>
                  </a:lnTo>
                  <a:lnTo>
                    <a:pt x="0" y="2021827"/>
                  </a:lnTo>
                  <a:lnTo>
                    <a:pt x="0" y="404367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06854" y="4180459"/>
            <a:ext cx="497078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Consejos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para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implantar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el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gobierno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los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datos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Empezar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enfoque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Centralizado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Definir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conjunto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básico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políticas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procedimientos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spc="-10" dirty="0">
                <a:latin typeface="Arial MT"/>
                <a:cs typeface="Arial MT"/>
              </a:rPr>
              <a:t>Apalancarnos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proyectos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tácticos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(casos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uso)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Identificar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personas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asumir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roles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clave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Evolucionar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Delegado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Desplegar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herramientas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corporativas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3398" y="100660"/>
            <a:ext cx="3536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Plan</a:t>
            </a:r>
            <a:r>
              <a:rPr spc="-204" dirty="0"/>
              <a:t> </a:t>
            </a:r>
            <a:r>
              <a:rPr spc="-60" dirty="0"/>
              <a:t>de</a:t>
            </a:r>
            <a:r>
              <a:rPr spc="-225" dirty="0"/>
              <a:t> </a:t>
            </a:r>
            <a:r>
              <a:rPr spc="-65" dirty="0"/>
              <a:t>acción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709" y="919099"/>
            <a:ext cx="521652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Descomponer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objetivos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estratégicos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iniciativas</a:t>
            </a:r>
            <a:r>
              <a:rPr sz="1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 MT"/>
                <a:cs typeface="Arial MT"/>
              </a:rPr>
              <a:t>tácticas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Asignar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responsable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fechas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 MT"/>
                <a:cs typeface="Arial MT"/>
              </a:rPr>
              <a:t>presupuesto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Crear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roadmap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dependencias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8036" y="1707699"/>
            <a:ext cx="8316595" cy="4803140"/>
            <a:chOff x="288036" y="1707699"/>
            <a:chExt cx="8316595" cy="4803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36" y="1707699"/>
              <a:ext cx="5620512" cy="32283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1884" y="4055414"/>
              <a:ext cx="5722620" cy="245511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050279" y="2013216"/>
            <a:ext cx="2597150" cy="1499870"/>
            <a:chOff x="6050279" y="2013216"/>
            <a:chExt cx="2597150" cy="14998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9391" y="2026921"/>
              <a:ext cx="2578672" cy="3734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3031" y="2013216"/>
              <a:ext cx="1231379" cy="4541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7523" y="2045207"/>
              <a:ext cx="2506979" cy="3017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97523" y="2045207"/>
              <a:ext cx="2506980" cy="302260"/>
            </a:xfrm>
            <a:custGeom>
              <a:avLst/>
              <a:gdLst/>
              <a:ahLst/>
              <a:cxnLst/>
              <a:rect l="l" t="t" r="r" b="b"/>
              <a:pathLst>
                <a:path w="2506979" h="302260">
                  <a:moveTo>
                    <a:pt x="0" y="50291"/>
                  </a:moveTo>
                  <a:lnTo>
                    <a:pt x="3946" y="30700"/>
                  </a:lnTo>
                  <a:lnTo>
                    <a:pt x="14716" y="14716"/>
                  </a:lnTo>
                  <a:lnTo>
                    <a:pt x="30700" y="3946"/>
                  </a:lnTo>
                  <a:lnTo>
                    <a:pt x="50291" y="0"/>
                  </a:lnTo>
                  <a:lnTo>
                    <a:pt x="2456687" y="0"/>
                  </a:lnTo>
                  <a:lnTo>
                    <a:pt x="2476279" y="3946"/>
                  </a:lnTo>
                  <a:lnTo>
                    <a:pt x="2492263" y="14716"/>
                  </a:lnTo>
                  <a:lnTo>
                    <a:pt x="2503033" y="30700"/>
                  </a:lnTo>
                  <a:lnTo>
                    <a:pt x="2506979" y="50291"/>
                  </a:lnTo>
                  <a:lnTo>
                    <a:pt x="2506979" y="251459"/>
                  </a:lnTo>
                  <a:lnTo>
                    <a:pt x="2503033" y="271051"/>
                  </a:lnTo>
                  <a:lnTo>
                    <a:pt x="2492263" y="287035"/>
                  </a:lnTo>
                  <a:lnTo>
                    <a:pt x="2476279" y="297805"/>
                  </a:lnTo>
                  <a:lnTo>
                    <a:pt x="2456687" y="301751"/>
                  </a:lnTo>
                  <a:lnTo>
                    <a:pt x="50291" y="301751"/>
                  </a:lnTo>
                  <a:lnTo>
                    <a:pt x="30700" y="297805"/>
                  </a:lnTo>
                  <a:lnTo>
                    <a:pt x="14716" y="287035"/>
                  </a:lnTo>
                  <a:lnTo>
                    <a:pt x="3946" y="271051"/>
                  </a:lnTo>
                  <a:lnTo>
                    <a:pt x="0" y="251459"/>
                  </a:lnTo>
                  <a:lnTo>
                    <a:pt x="0" y="50291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0279" y="2366784"/>
              <a:ext cx="2596896" cy="3901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2511" y="2362212"/>
              <a:ext cx="1930908" cy="4541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7523" y="2394203"/>
              <a:ext cx="2506979" cy="3002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97523" y="2394203"/>
              <a:ext cx="2506980" cy="300355"/>
            </a:xfrm>
            <a:custGeom>
              <a:avLst/>
              <a:gdLst/>
              <a:ahLst/>
              <a:cxnLst/>
              <a:rect l="l" t="t" r="r" b="b"/>
              <a:pathLst>
                <a:path w="2506979" h="300355">
                  <a:moveTo>
                    <a:pt x="0" y="50037"/>
                  </a:moveTo>
                  <a:lnTo>
                    <a:pt x="3925" y="30539"/>
                  </a:lnTo>
                  <a:lnTo>
                    <a:pt x="14636" y="14636"/>
                  </a:lnTo>
                  <a:lnTo>
                    <a:pt x="30539" y="3925"/>
                  </a:lnTo>
                  <a:lnTo>
                    <a:pt x="50037" y="0"/>
                  </a:lnTo>
                  <a:lnTo>
                    <a:pt x="2456942" y="0"/>
                  </a:lnTo>
                  <a:lnTo>
                    <a:pt x="2476440" y="3925"/>
                  </a:lnTo>
                  <a:lnTo>
                    <a:pt x="2492343" y="14636"/>
                  </a:lnTo>
                  <a:lnTo>
                    <a:pt x="2503054" y="30539"/>
                  </a:lnTo>
                  <a:lnTo>
                    <a:pt x="2506979" y="50037"/>
                  </a:lnTo>
                  <a:lnTo>
                    <a:pt x="2506979" y="250190"/>
                  </a:lnTo>
                  <a:lnTo>
                    <a:pt x="2503054" y="269688"/>
                  </a:lnTo>
                  <a:lnTo>
                    <a:pt x="2492343" y="285591"/>
                  </a:lnTo>
                  <a:lnTo>
                    <a:pt x="2476440" y="296302"/>
                  </a:lnTo>
                  <a:lnTo>
                    <a:pt x="2456942" y="300228"/>
                  </a:lnTo>
                  <a:lnTo>
                    <a:pt x="50037" y="300228"/>
                  </a:lnTo>
                  <a:lnTo>
                    <a:pt x="30539" y="296302"/>
                  </a:lnTo>
                  <a:lnTo>
                    <a:pt x="14636" y="285591"/>
                  </a:lnTo>
                  <a:lnTo>
                    <a:pt x="3925" y="269688"/>
                  </a:lnTo>
                  <a:lnTo>
                    <a:pt x="0" y="250190"/>
                  </a:lnTo>
                  <a:lnTo>
                    <a:pt x="0" y="50037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0279" y="2715780"/>
              <a:ext cx="2596896" cy="3901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0463" y="2711208"/>
              <a:ext cx="1176515" cy="4541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7523" y="2743199"/>
              <a:ext cx="2506979" cy="3002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97523" y="2743199"/>
              <a:ext cx="2506980" cy="300355"/>
            </a:xfrm>
            <a:custGeom>
              <a:avLst/>
              <a:gdLst/>
              <a:ahLst/>
              <a:cxnLst/>
              <a:rect l="l" t="t" r="r" b="b"/>
              <a:pathLst>
                <a:path w="2506979" h="300355">
                  <a:moveTo>
                    <a:pt x="0" y="50037"/>
                  </a:moveTo>
                  <a:lnTo>
                    <a:pt x="3925" y="30539"/>
                  </a:lnTo>
                  <a:lnTo>
                    <a:pt x="14636" y="14636"/>
                  </a:lnTo>
                  <a:lnTo>
                    <a:pt x="30539" y="3925"/>
                  </a:lnTo>
                  <a:lnTo>
                    <a:pt x="50037" y="0"/>
                  </a:lnTo>
                  <a:lnTo>
                    <a:pt x="2456942" y="0"/>
                  </a:lnTo>
                  <a:lnTo>
                    <a:pt x="2476440" y="3925"/>
                  </a:lnTo>
                  <a:lnTo>
                    <a:pt x="2492343" y="14636"/>
                  </a:lnTo>
                  <a:lnTo>
                    <a:pt x="2503054" y="30539"/>
                  </a:lnTo>
                  <a:lnTo>
                    <a:pt x="2506979" y="50037"/>
                  </a:lnTo>
                  <a:lnTo>
                    <a:pt x="2506979" y="250189"/>
                  </a:lnTo>
                  <a:lnTo>
                    <a:pt x="2503054" y="269688"/>
                  </a:lnTo>
                  <a:lnTo>
                    <a:pt x="2492343" y="285591"/>
                  </a:lnTo>
                  <a:lnTo>
                    <a:pt x="2476440" y="296302"/>
                  </a:lnTo>
                  <a:lnTo>
                    <a:pt x="2456942" y="300227"/>
                  </a:lnTo>
                  <a:lnTo>
                    <a:pt x="50037" y="300227"/>
                  </a:lnTo>
                  <a:lnTo>
                    <a:pt x="30539" y="296302"/>
                  </a:lnTo>
                  <a:lnTo>
                    <a:pt x="14636" y="285591"/>
                  </a:lnTo>
                  <a:lnTo>
                    <a:pt x="3925" y="269688"/>
                  </a:lnTo>
                  <a:lnTo>
                    <a:pt x="0" y="250189"/>
                  </a:lnTo>
                  <a:lnTo>
                    <a:pt x="0" y="50037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0279" y="3064776"/>
              <a:ext cx="2596896" cy="3901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80759" y="3058680"/>
              <a:ext cx="2534412" cy="4541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7523" y="3092195"/>
              <a:ext cx="2506979" cy="30022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97523" y="3092195"/>
              <a:ext cx="2506980" cy="300355"/>
            </a:xfrm>
            <a:custGeom>
              <a:avLst/>
              <a:gdLst/>
              <a:ahLst/>
              <a:cxnLst/>
              <a:rect l="l" t="t" r="r" b="b"/>
              <a:pathLst>
                <a:path w="2506979" h="300354">
                  <a:moveTo>
                    <a:pt x="0" y="50037"/>
                  </a:moveTo>
                  <a:lnTo>
                    <a:pt x="3925" y="30539"/>
                  </a:lnTo>
                  <a:lnTo>
                    <a:pt x="14636" y="14636"/>
                  </a:lnTo>
                  <a:lnTo>
                    <a:pt x="30539" y="3925"/>
                  </a:lnTo>
                  <a:lnTo>
                    <a:pt x="50037" y="0"/>
                  </a:lnTo>
                  <a:lnTo>
                    <a:pt x="2456942" y="0"/>
                  </a:lnTo>
                  <a:lnTo>
                    <a:pt x="2476440" y="3925"/>
                  </a:lnTo>
                  <a:lnTo>
                    <a:pt x="2492343" y="14636"/>
                  </a:lnTo>
                  <a:lnTo>
                    <a:pt x="2503054" y="30539"/>
                  </a:lnTo>
                  <a:lnTo>
                    <a:pt x="2506979" y="50037"/>
                  </a:lnTo>
                  <a:lnTo>
                    <a:pt x="2506979" y="250189"/>
                  </a:lnTo>
                  <a:lnTo>
                    <a:pt x="2503054" y="269688"/>
                  </a:lnTo>
                  <a:lnTo>
                    <a:pt x="2492343" y="285591"/>
                  </a:lnTo>
                  <a:lnTo>
                    <a:pt x="2476440" y="296302"/>
                  </a:lnTo>
                  <a:lnTo>
                    <a:pt x="2456942" y="300227"/>
                  </a:lnTo>
                  <a:lnTo>
                    <a:pt x="50037" y="300227"/>
                  </a:lnTo>
                  <a:lnTo>
                    <a:pt x="30539" y="296302"/>
                  </a:lnTo>
                  <a:lnTo>
                    <a:pt x="14636" y="285591"/>
                  </a:lnTo>
                  <a:lnTo>
                    <a:pt x="3925" y="269688"/>
                  </a:lnTo>
                  <a:lnTo>
                    <a:pt x="0" y="250189"/>
                  </a:lnTo>
                  <a:lnTo>
                    <a:pt x="0" y="50037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104249" y="2071243"/>
            <a:ext cx="2493645" cy="1285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Tecnología</a:t>
            </a:r>
            <a:endParaRPr sz="1400">
              <a:latin typeface="Arial"/>
              <a:cs typeface="Arial"/>
            </a:endParaRPr>
          </a:p>
          <a:p>
            <a:pPr marL="428625" marR="419100" algn="ctr">
              <a:lnSpc>
                <a:spcPts val="2750"/>
              </a:lnSpc>
              <a:spcBef>
                <a:spcPts val="260"/>
              </a:spcBef>
            </a:pPr>
            <a:r>
              <a:rPr sz="1400" b="1" dirty="0">
                <a:latin typeface="Arial"/>
                <a:cs typeface="Arial"/>
              </a:rPr>
              <a:t>Gestión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del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cambio Desarrollo</a:t>
            </a:r>
            <a:endParaRPr sz="14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795"/>
              </a:spcBef>
            </a:pPr>
            <a:r>
              <a:rPr sz="1400" b="1" dirty="0">
                <a:latin typeface="Arial"/>
                <a:cs typeface="Arial"/>
              </a:rPr>
              <a:t>Cambios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organizacionales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862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Resumen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3836" y="955560"/>
            <a:ext cx="2251075" cy="1264920"/>
            <a:chOff x="973836" y="955560"/>
            <a:chExt cx="2251075" cy="1264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949" y="966112"/>
              <a:ext cx="2232721" cy="3796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1288" y="955560"/>
              <a:ext cx="1872995" cy="454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080" y="984503"/>
              <a:ext cx="2161032" cy="3078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21080" y="984503"/>
              <a:ext cx="2161540" cy="307975"/>
            </a:xfrm>
            <a:custGeom>
              <a:avLst/>
              <a:gdLst/>
              <a:ahLst/>
              <a:cxnLst/>
              <a:rect l="l" t="t" r="r" b="b"/>
              <a:pathLst>
                <a:path w="2161540" h="307975">
                  <a:moveTo>
                    <a:pt x="0" y="51308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7" y="0"/>
                  </a:lnTo>
                  <a:lnTo>
                    <a:pt x="2109724" y="0"/>
                  </a:lnTo>
                  <a:lnTo>
                    <a:pt x="2129688" y="4034"/>
                  </a:lnTo>
                  <a:lnTo>
                    <a:pt x="2145998" y="15033"/>
                  </a:lnTo>
                  <a:lnTo>
                    <a:pt x="2156997" y="31343"/>
                  </a:lnTo>
                  <a:lnTo>
                    <a:pt x="2161032" y="51308"/>
                  </a:lnTo>
                  <a:lnTo>
                    <a:pt x="2161032" y="256540"/>
                  </a:lnTo>
                  <a:lnTo>
                    <a:pt x="2156997" y="276504"/>
                  </a:lnTo>
                  <a:lnTo>
                    <a:pt x="2145998" y="292814"/>
                  </a:lnTo>
                  <a:lnTo>
                    <a:pt x="2129688" y="303813"/>
                  </a:lnTo>
                  <a:lnTo>
                    <a:pt x="2109724" y="307848"/>
                  </a:lnTo>
                  <a:lnTo>
                    <a:pt x="51307" y="307848"/>
                  </a:lnTo>
                  <a:lnTo>
                    <a:pt x="31337" y="303813"/>
                  </a:lnTo>
                  <a:lnTo>
                    <a:pt x="15028" y="292814"/>
                  </a:lnTo>
                  <a:lnTo>
                    <a:pt x="4032" y="276504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3836" y="1354835"/>
              <a:ext cx="2250948" cy="3977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744" y="1353324"/>
              <a:ext cx="2197608" cy="4541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1080" y="1382267"/>
              <a:ext cx="2161032" cy="3078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21080" y="1382267"/>
              <a:ext cx="2161540" cy="307975"/>
            </a:xfrm>
            <a:custGeom>
              <a:avLst/>
              <a:gdLst/>
              <a:ahLst/>
              <a:cxnLst/>
              <a:rect l="l" t="t" r="r" b="b"/>
              <a:pathLst>
                <a:path w="2161540" h="307975">
                  <a:moveTo>
                    <a:pt x="0" y="51308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7" y="0"/>
                  </a:lnTo>
                  <a:lnTo>
                    <a:pt x="2109724" y="0"/>
                  </a:lnTo>
                  <a:lnTo>
                    <a:pt x="2129688" y="4034"/>
                  </a:lnTo>
                  <a:lnTo>
                    <a:pt x="2145998" y="15033"/>
                  </a:lnTo>
                  <a:lnTo>
                    <a:pt x="2156997" y="31343"/>
                  </a:lnTo>
                  <a:lnTo>
                    <a:pt x="2161032" y="51308"/>
                  </a:lnTo>
                  <a:lnTo>
                    <a:pt x="2161032" y="256540"/>
                  </a:lnTo>
                  <a:lnTo>
                    <a:pt x="2156997" y="276504"/>
                  </a:lnTo>
                  <a:lnTo>
                    <a:pt x="2145998" y="292814"/>
                  </a:lnTo>
                  <a:lnTo>
                    <a:pt x="2129688" y="303813"/>
                  </a:lnTo>
                  <a:lnTo>
                    <a:pt x="2109724" y="307848"/>
                  </a:lnTo>
                  <a:lnTo>
                    <a:pt x="51307" y="307848"/>
                  </a:lnTo>
                  <a:lnTo>
                    <a:pt x="31337" y="303813"/>
                  </a:lnTo>
                  <a:lnTo>
                    <a:pt x="15028" y="292814"/>
                  </a:lnTo>
                  <a:lnTo>
                    <a:pt x="4032" y="276504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3836" y="1766315"/>
              <a:ext cx="2250948" cy="3977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8804" y="1766328"/>
              <a:ext cx="1999488" cy="4541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080" y="1793747"/>
              <a:ext cx="2161032" cy="3078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21080" y="1793747"/>
              <a:ext cx="2161540" cy="307975"/>
            </a:xfrm>
            <a:custGeom>
              <a:avLst/>
              <a:gdLst/>
              <a:ahLst/>
              <a:cxnLst/>
              <a:rect l="l" t="t" r="r" b="b"/>
              <a:pathLst>
                <a:path w="2161540" h="307975">
                  <a:moveTo>
                    <a:pt x="0" y="51307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7" y="0"/>
                  </a:lnTo>
                  <a:lnTo>
                    <a:pt x="2109724" y="0"/>
                  </a:lnTo>
                  <a:lnTo>
                    <a:pt x="2129688" y="4034"/>
                  </a:lnTo>
                  <a:lnTo>
                    <a:pt x="2145998" y="15033"/>
                  </a:lnTo>
                  <a:lnTo>
                    <a:pt x="2156997" y="31343"/>
                  </a:lnTo>
                  <a:lnTo>
                    <a:pt x="2161032" y="51307"/>
                  </a:lnTo>
                  <a:lnTo>
                    <a:pt x="2161032" y="256539"/>
                  </a:lnTo>
                  <a:lnTo>
                    <a:pt x="2156997" y="276504"/>
                  </a:lnTo>
                  <a:lnTo>
                    <a:pt x="2145998" y="292814"/>
                  </a:lnTo>
                  <a:lnTo>
                    <a:pt x="2129688" y="303813"/>
                  </a:lnTo>
                  <a:lnTo>
                    <a:pt x="2109724" y="307848"/>
                  </a:lnTo>
                  <a:lnTo>
                    <a:pt x="51307" y="307848"/>
                  </a:lnTo>
                  <a:lnTo>
                    <a:pt x="31337" y="303813"/>
                  </a:lnTo>
                  <a:lnTo>
                    <a:pt x="15028" y="292814"/>
                  </a:lnTo>
                  <a:lnTo>
                    <a:pt x="4032" y="276504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37005" y="1012697"/>
            <a:ext cx="1933575" cy="1050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Visión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y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principios</a:t>
            </a:r>
            <a:endParaRPr sz="1400">
              <a:latin typeface="Arial"/>
              <a:cs typeface="Arial"/>
            </a:endParaRPr>
          </a:p>
          <a:p>
            <a:pPr marL="12700" marR="5080" algn="ctr">
              <a:lnSpc>
                <a:spcPts val="3240"/>
              </a:lnSpc>
              <a:spcBef>
                <a:spcPts val="65"/>
              </a:spcBef>
            </a:pPr>
            <a:r>
              <a:rPr sz="1400" b="1" dirty="0">
                <a:latin typeface="Arial"/>
                <a:cs typeface="Arial"/>
              </a:rPr>
              <a:t>Objetivos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estratégicos Indicadores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y</a:t>
            </a:r>
            <a:r>
              <a:rPr sz="1400" b="1" spc="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metas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355" y="5358384"/>
            <a:ext cx="3191510" cy="1297305"/>
            <a:chOff x="24355" y="5358384"/>
            <a:chExt cx="3191510" cy="129730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2949" y="6210230"/>
              <a:ext cx="2232721" cy="38112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7384" y="6201156"/>
              <a:ext cx="1862327" cy="4541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1079" y="6228588"/>
              <a:ext cx="2161032" cy="3093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21079" y="6228588"/>
              <a:ext cx="2161540" cy="309880"/>
            </a:xfrm>
            <a:custGeom>
              <a:avLst/>
              <a:gdLst/>
              <a:ahLst/>
              <a:cxnLst/>
              <a:rect l="l" t="t" r="r" b="b"/>
              <a:pathLst>
                <a:path w="2161540" h="309879">
                  <a:moveTo>
                    <a:pt x="0" y="51562"/>
                  </a:moveTo>
                  <a:lnTo>
                    <a:pt x="4052" y="31493"/>
                  </a:lnTo>
                  <a:lnTo>
                    <a:pt x="15103" y="15103"/>
                  </a:lnTo>
                  <a:lnTo>
                    <a:pt x="31493" y="4052"/>
                  </a:lnTo>
                  <a:lnTo>
                    <a:pt x="51561" y="0"/>
                  </a:lnTo>
                  <a:lnTo>
                    <a:pt x="2109470" y="0"/>
                  </a:lnTo>
                  <a:lnTo>
                    <a:pt x="2129528" y="4052"/>
                  </a:lnTo>
                  <a:lnTo>
                    <a:pt x="2145919" y="15103"/>
                  </a:lnTo>
                  <a:lnTo>
                    <a:pt x="2156975" y="31493"/>
                  </a:lnTo>
                  <a:lnTo>
                    <a:pt x="2161032" y="51562"/>
                  </a:lnTo>
                  <a:lnTo>
                    <a:pt x="2161032" y="257810"/>
                  </a:lnTo>
                  <a:lnTo>
                    <a:pt x="2156975" y="277878"/>
                  </a:lnTo>
                  <a:lnTo>
                    <a:pt x="2145919" y="294268"/>
                  </a:lnTo>
                  <a:lnTo>
                    <a:pt x="2129528" y="305319"/>
                  </a:lnTo>
                  <a:lnTo>
                    <a:pt x="2109470" y="309372"/>
                  </a:lnTo>
                  <a:lnTo>
                    <a:pt x="51561" y="309372"/>
                  </a:lnTo>
                  <a:lnTo>
                    <a:pt x="31493" y="305319"/>
                  </a:lnTo>
                  <a:lnTo>
                    <a:pt x="15103" y="294268"/>
                  </a:lnTo>
                  <a:lnTo>
                    <a:pt x="4052" y="277878"/>
                  </a:lnTo>
                  <a:lnTo>
                    <a:pt x="0" y="257810"/>
                  </a:lnTo>
                  <a:lnTo>
                    <a:pt x="0" y="51562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5" y="5368948"/>
              <a:ext cx="1440237" cy="37968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496" y="5358384"/>
              <a:ext cx="1173480" cy="4541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483" y="5387340"/>
              <a:ext cx="1368552" cy="30784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483" y="5387340"/>
              <a:ext cx="1369060" cy="307975"/>
            </a:xfrm>
            <a:custGeom>
              <a:avLst/>
              <a:gdLst/>
              <a:ahLst/>
              <a:cxnLst/>
              <a:rect l="l" t="t" r="r" b="b"/>
              <a:pathLst>
                <a:path w="1369060" h="307975">
                  <a:moveTo>
                    <a:pt x="0" y="51308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9" y="0"/>
                  </a:lnTo>
                  <a:lnTo>
                    <a:pt x="1317244" y="0"/>
                  </a:lnTo>
                  <a:lnTo>
                    <a:pt x="1337208" y="4034"/>
                  </a:lnTo>
                  <a:lnTo>
                    <a:pt x="1353518" y="15033"/>
                  </a:lnTo>
                  <a:lnTo>
                    <a:pt x="1364517" y="31343"/>
                  </a:lnTo>
                  <a:lnTo>
                    <a:pt x="1368552" y="51308"/>
                  </a:lnTo>
                  <a:lnTo>
                    <a:pt x="1368552" y="256540"/>
                  </a:lnTo>
                  <a:lnTo>
                    <a:pt x="1364517" y="276510"/>
                  </a:lnTo>
                  <a:lnTo>
                    <a:pt x="1353518" y="292819"/>
                  </a:lnTo>
                  <a:lnTo>
                    <a:pt x="1337208" y="303815"/>
                  </a:lnTo>
                  <a:lnTo>
                    <a:pt x="1317244" y="307848"/>
                  </a:lnTo>
                  <a:lnTo>
                    <a:pt x="51309" y="307848"/>
                  </a:lnTo>
                  <a:lnTo>
                    <a:pt x="31337" y="303815"/>
                  </a:lnTo>
                  <a:lnTo>
                    <a:pt x="15028" y="292819"/>
                  </a:lnTo>
                  <a:lnTo>
                    <a:pt x="4032" y="276510"/>
                  </a:lnTo>
                  <a:lnTo>
                    <a:pt x="0" y="256540"/>
                  </a:lnTo>
                  <a:lnTo>
                    <a:pt x="0" y="51308"/>
                  </a:lnTo>
                  <a:close/>
                </a:path>
              </a:pathLst>
            </a:custGeom>
            <a:ln w="9524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94538" y="5417007"/>
            <a:ext cx="9055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Productos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20367" y="5362955"/>
            <a:ext cx="1457325" cy="454659"/>
            <a:chOff x="1420367" y="5362955"/>
            <a:chExt cx="1457325" cy="454659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20367" y="5364479"/>
              <a:ext cx="1456944" cy="3977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3143" y="5362955"/>
              <a:ext cx="1231392" cy="4541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67611" y="5391911"/>
              <a:ext cx="1367027" cy="30784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467611" y="5391911"/>
              <a:ext cx="1367155" cy="307975"/>
            </a:xfrm>
            <a:custGeom>
              <a:avLst/>
              <a:gdLst/>
              <a:ahLst/>
              <a:cxnLst/>
              <a:rect l="l" t="t" r="r" b="b"/>
              <a:pathLst>
                <a:path w="1367155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1315720" y="0"/>
                  </a:lnTo>
                  <a:lnTo>
                    <a:pt x="1335684" y="4034"/>
                  </a:lnTo>
                  <a:lnTo>
                    <a:pt x="1351994" y="15033"/>
                  </a:lnTo>
                  <a:lnTo>
                    <a:pt x="1362993" y="31343"/>
                  </a:lnTo>
                  <a:lnTo>
                    <a:pt x="1367027" y="51307"/>
                  </a:lnTo>
                  <a:lnTo>
                    <a:pt x="1367027" y="256540"/>
                  </a:lnTo>
                  <a:lnTo>
                    <a:pt x="1362993" y="276510"/>
                  </a:lnTo>
                  <a:lnTo>
                    <a:pt x="1351994" y="292819"/>
                  </a:lnTo>
                  <a:lnTo>
                    <a:pt x="1335684" y="303815"/>
                  </a:lnTo>
                  <a:lnTo>
                    <a:pt x="1315720" y="307847"/>
                  </a:lnTo>
                  <a:lnTo>
                    <a:pt x="51307" y="307847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40"/>
                  </a:lnTo>
                  <a:lnTo>
                    <a:pt x="0" y="51307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669795" y="5420969"/>
            <a:ext cx="9645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Tecnología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16351" y="5362955"/>
            <a:ext cx="1457325" cy="454659"/>
            <a:chOff x="2816351" y="5362955"/>
            <a:chExt cx="1457325" cy="454659"/>
          </a:xfrm>
        </p:grpSpPr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6351" y="5364479"/>
              <a:ext cx="1456944" cy="39776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34639" y="5362955"/>
              <a:ext cx="1420367" cy="4541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63595" y="5391911"/>
              <a:ext cx="1367028" cy="30784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863595" y="5391911"/>
              <a:ext cx="1367155" cy="307975"/>
            </a:xfrm>
            <a:custGeom>
              <a:avLst/>
              <a:gdLst/>
              <a:ahLst/>
              <a:cxnLst/>
              <a:rect l="l" t="t" r="r" b="b"/>
              <a:pathLst>
                <a:path w="1367154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8" y="0"/>
                  </a:lnTo>
                  <a:lnTo>
                    <a:pt x="1315720" y="0"/>
                  </a:lnTo>
                  <a:lnTo>
                    <a:pt x="1335684" y="4034"/>
                  </a:lnTo>
                  <a:lnTo>
                    <a:pt x="1351994" y="15033"/>
                  </a:lnTo>
                  <a:lnTo>
                    <a:pt x="1362993" y="31343"/>
                  </a:lnTo>
                  <a:lnTo>
                    <a:pt x="1367028" y="51307"/>
                  </a:lnTo>
                  <a:lnTo>
                    <a:pt x="1367028" y="256540"/>
                  </a:lnTo>
                  <a:lnTo>
                    <a:pt x="1362993" y="276510"/>
                  </a:lnTo>
                  <a:lnTo>
                    <a:pt x="1351994" y="292819"/>
                  </a:lnTo>
                  <a:lnTo>
                    <a:pt x="1335684" y="303815"/>
                  </a:lnTo>
                  <a:lnTo>
                    <a:pt x="1315720" y="307847"/>
                  </a:lnTo>
                  <a:lnTo>
                    <a:pt x="51308" y="307847"/>
                  </a:lnTo>
                  <a:lnTo>
                    <a:pt x="31343" y="303815"/>
                  </a:lnTo>
                  <a:lnTo>
                    <a:pt x="15033" y="292819"/>
                  </a:lnTo>
                  <a:lnTo>
                    <a:pt x="4034" y="276510"/>
                  </a:lnTo>
                  <a:lnTo>
                    <a:pt x="0" y="256540"/>
                  </a:lnTo>
                  <a:lnTo>
                    <a:pt x="0" y="51307"/>
                  </a:lnTo>
                  <a:close/>
                </a:path>
              </a:pathLst>
            </a:custGeom>
            <a:ln w="9524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971292" y="5420969"/>
            <a:ext cx="1153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Organización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82949" y="3483876"/>
            <a:ext cx="2233295" cy="454659"/>
            <a:chOff x="982949" y="3483876"/>
            <a:chExt cx="2233295" cy="454659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949" y="3494428"/>
              <a:ext cx="2232721" cy="37968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28927" y="3483876"/>
              <a:ext cx="1537716" cy="4541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1079" y="3512820"/>
              <a:ext cx="2161032" cy="30784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21079" y="3512820"/>
              <a:ext cx="2161540" cy="307975"/>
            </a:xfrm>
            <a:custGeom>
              <a:avLst/>
              <a:gdLst/>
              <a:ahLst/>
              <a:cxnLst/>
              <a:rect l="l" t="t" r="r" b="b"/>
              <a:pathLst>
                <a:path w="2161540" h="307975">
                  <a:moveTo>
                    <a:pt x="0" y="51307"/>
                  </a:moveTo>
                  <a:lnTo>
                    <a:pt x="4032" y="31343"/>
                  </a:lnTo>
                  <a:lnTo>
                    <a:pt x="15028" y="15033"/>
                  </a:lnTo>
                  <a:lnTo>
                    <a:pt x="31337" y="4034"/>
                  </a:lnTo>
                  <a:lnTo>
                    <a:pt x="51307" y="0"/>
                  </a:lnTo>
                  <a:lnTo>
                    <a:pt x="2109724" y="0"/>
                  </a:lnTo>
                  <a:lnTo>
                    <a:pt x="2129688" y="4034"/>
                  </a:lnTo>
                  <a:lnTo>
                    <a:pt x="2145998" y="15033"/>
                  </a:lnTo>
                  <a:lnTo>
                    <a:pt x="2156997" y="31343"/>
                  </a:lnTo>
                  <a:lnTo>
                    <a:pt x="2161032" y="51307"/>
                  </a:lnTo>
                  <a:lnTo>
                    <a:pt x="2161032" y="256539"/>
                  </a:lnTo>
                  <a:lnTo>
                    <a:pt x="2156997" y="276504"/>
                  </a:lnTo>
                  <a:lnTo>
                    <a:pt x="2145998" y="292814"/>
                  </a:lnTo>
                  <a:lnTo>
                    <a:pt x="2129688" y="303813"/>
                  </a:lnTo>
                  <a:lnTo>
                    <a:pt x="2109724" y="307847"/>
                  </a:lnTo>
                  <a:lnTo>
                    <a:pt x="51307" y="307847"/>
                  </a:lnTo>
                  <a:lnTo>
                    <a:pt x="31337" y="303813"/>
                  </a:lnTo>
                  <a:lnTo>
                    <a:pt x="15028" y="292814"/>
                  </a:lnTo>
                  <a:lnTo>
                    <a:pt x="4032" y="276504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4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281134" y="3329952"/>
            <a:ext cx="2231390" cy="454659"/>
            <a:chOff x="3281134" y="3329952"/>
            <a:chExt cx="2231390" cy="454659"/>
          </a:xfrm>
        </p:grpSpPr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81134" y="3340503"/>
              <a:ext cx="2231210" cy="37968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19144" y="3329952"/>
              <a:ext cx="1153680" cy="45413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19272" y="3358895"/>
              <a:ext cx="2159507" cy="30784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319272" y="3358895"/>
              <a:ext cx="2159635" cy="307975"/>
            </a:xfrm>
            <a:custGeom>
              <a:avLst/>
              <a:gdLst/>
              <a:ahLst/>
              <a:cxnLst/>
              <a:rect l="l" t="t" r="r" b="b"/>
              <a:pathLst>
                <a:path w="2159635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2108200" y="0"/>
                  </a:lnTo>
                  <a:lnTo>
                    <a:pt x="2128164" y="4034"/>
                  </a:lnTo>
                  <a:lnTo>
                    <a:pt x="2144474" y="15033"/>
                  </a:lnTo>
                  <a:lnTo>
                    <a:pt x="2155473" y="31343"/>
                  </a:lnTo>
                  <a:lnTo>
                    <a:pt x="2159507" y="51307"/>
                  </a:lnTo>
                  <a:lnTo>
                    <a:pt x="2159507" y="256539"/>
                  </a:lnTo>
                  <a:lnTo>
                    <a:pt x="2155473" y="276504"/>
                  </a:lnTo>
                  <a:lnTo>
                    <a:pt x="2144474" y="292814"/>
                  </a:lnTo>
                  <a:lnTo>
                    <a:pt x="2128164" y="303813"/>
                  </a:lnTo>
                  <a:lnTo>
                    <a:pt x="2108200" y="307847"/>
                  </a:lnTo>
                  <a:lnTo>
                    <a:pt x="51307" y="307847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4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56684" y="3388232"/>
            <a:ext cx="8864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Iniciativas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272028" y="3746004"/>
            <a:ext cx="2249805" cy="454659"/>
            <a:chOff x="3272028" y="3746004"/>
            <a:chExt cx="2249805" cy="454659"/>
          </a:xfrm>
        </p:grpSpPr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2028" y="3747515"/>
              <a:ext cx="2249424" cy="39776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71088" y="3746004"/>
              <a:ext cx="2051304" cy="4541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19272" y="3774947"/>
              <a:ext cx="2159507" cy="30784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319272" y="3774947"/>
              <a:ext cx="2159635" cy="307975"/>
            </a:xfrm>
            <a:custGeom>
              <a:avLst/>
              <a:gdLst/>
              <a:ahLst/>
              <a:cxnLst/>
              <a:rect l="l" t="t" r="r" b="b"/>
              <a:pathLst>
                <a:path w="2159635" h="307975">
                  <a:moveTo>
                    <a:pt x="0" y="51307"/>
                  </a:moveTo>
                  <a:lnTo>
                    <a:pt x="4034" y="31343"/>
                  </a:lnTo>
                  <a:lnTo>
                    <a:pt x="15033" y="15033"/>
                  </a:lnTo>
                  <a:lnTo>
                    <a:pt x="31343" y="4034"/>
                  </a:lnTo>
                  <a:lnTo>
                    <a:pt x="51307" y="0"/>
                  </a:lnTo>
                  <a:lnTo>
                    <a:pt x="2108200" y="0"/>
                  </a:lnTo>
                  <a:lnTo>
                    <a:pt x="2128164" y="4034"/>
                  </a:lnTo>
                  <a:lnTo>
                    <a:pt x="2144474" y="15033"/>
                  </a:lnTo>
                  <a:lnTo>
                    <a:pt x="2155473" y="31343"/>
                  </a:lnTo>
                  <a:lnTo>
                    <a:pt x="2159507" y="51307"/>
                  </a:lnTo>
                  <a:lnTo>
                    <a:pt x="2159507" y="256539"/>
                  </a:lnTo>
                  <a:lnTo>
                    <a:pt x="2155473" y="276504"/>
                  </a:lnTo>
                  <a:lnTo>
                    <a:pt x="2144474" y="292814"/>
                  </a:lnTo>
                  <a:lnTo>
                    <a:pt x="2128164" y="303813"/>
                  </a:lnTo>
                  <a:lnTo>
                    <a:pt x="2108200" y="307847"/>
                  </a:lnTo>
                  <a:lnTo>
                    <a:pt x="51307" y="307847"/>
                  </a:lnTo>
                  <a:lnTo>
                    <a:pt x="31343" y="303813"/>
                  </a:lnTo>
                  <a:lnTo>
                    <a:pt x="15033" y="292814"/>
                  </a:lnTo>
                  <a:lnTo>
                    <a:pt x="4034" y="276504"/>
                  </a:lnTo>
                  <a:lnTo>
                    <a:pt x="0" y="256539"/>
                  </a:lnTo>
                  <a:lnTo>
                    <a:pt x="0" y="51307"/>
                  </a:lnTo>
                  <a:close/>
                </a:path>
              </a:pathLst>
            </a:custGeom>
            <a:ln w="9524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466469" y="3494633"/>
            <a:ext cx="3824604" cy="5486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400" b="1" dirty="0">
                <a:latin typeface="Arial"/>
                <a:cs typeface="Arial"/>
              </a:rPr>
              <a:t>Plan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acción</a:t>
            </a:r>
            <a:endParaRPr sz="1400">
              <a:latin typeface="Arial"/>
              <a:cs typeface="Arial"/>
            </a:endParaRPr>
          </a:p>
          <a:p>
            <a:pPr marL="2054225">
              <a:lnSpc>
                <a:spcPct val="100000"/>
              </a:lnSpc>
              <a:spcBef>
                <a:spcPts val="380"/>
              </a:spcBef>
            </a:pPr>
            <a:r>
              <a:rPr sz="1400" b="1" dirty="0">
                <a:latin typeface="Arial"/>
                <a:cs typeface="Arial"/>
              </a:rPr>
              <a:t>Proyectos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concretos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73836" y="5777484"/>
            <a:ext cx="2251075" cy="454659"/>
            <a:chOff x="973836" y="5777484"/>
            <a:chExt cx="2251075" cy="454659"/>
          </a:xfrm>
        </p:grpSpPr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73836" y="5777484"/>
              <a:ext cx="2250948" cy="40077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10996" y="5777484"/>
              <a:ext cx="1973579" cy="45413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21080" y="5804916"/>
              <a:ext cx="2161032" cy="31089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21080" y="5804916"/>
              <a:ext cx="2161540" cy="311150"/>
            </a:xfrm>
            <a:custGeom>
              <a:avLst/>
              <a:gdLst/>
              <a:ahLst/>
              <a:cxnLst/>
              <a:rect l="l" t="t" r="r" b="b"/>
              <a:pathLst>
                <a:path w="2161540" h="311150">
                  <a:moveTo>
                    <a:pt x="0" y="51816"/>
                  </a:moveTo>
                  <a:lnTo>
                    <a:pt x="4072" y="31648"/>
                  </a:lnTo>
                  <a:lnTo>
                    <a:pt x="15178" y="15178"/>
                  </a:lnTo>
                  <a:lnTo>
                    <a:pt x="31648" y="4072"/>
                  </a:lnTo>
                  <a:lnTo>
                    <a:pt x="51815" y="0"/>
                  </a:lnTo>
                  <a:lnTo>
                    <a:pt x="2109216" y="0"/>
                  </a:lnTo>
                  <a:lnTo>
                    <a:pt x="2129367" y="4072"/>
                  </a:lnTo>
                  <a:lnTo>
                    <a:pt x="2145839" y="15178"/>
                  </a:lnTo>
                  <a:lnTo>
                    <a:pt x="2156954" y="31648"/>
                  </a:lnTo>
                  <a:lnTo>
                    <a:pt x="2161032" y="51816"/>
                  </a:lnTo>
                  <a:lnTo>
                    <a:pt x="2161032" y="259080"/>
                  </a:lnTo>
                  <a:lnTo>
                    <a:pt x="2156954" y="279247"/>
                  </a:lnTo>
                  <a:lnTo>
                    <a:pt x="2145839" y="295717"/>
                  </a:lnTo>
                  <a:lnTo>
                    <a:pt x="2129367" y="306823"/>
                  </a:lnTo>
                  <a:lnTo>
                    <a:pt x="2109216" y="310896"/>
                  </a:lnTo>
                  <a:lnTo>
                    <a:pt x="51815" y="310896"/>
                  </a:lnTo>
                  <a:lnTo>
                    <a:pt x="31648" y="306823"/>
                  </a:lnTo>
                  <a:lnTo>
                    <a:pt x="15178" y="295717"/>
                  </a:lnTo>
                  <a:lnTo>
                    <a:pt x="4072" y="279247"/>
                  </a:lnTo>
                  <a:lnTo>
                    <a:pt x="0" y="259080"/>
                  </a:lnTo>
                  <a:lnTo>
                    <a:pt x="0" y="51816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248562" y="5836107"/>
            <a:ext cx="1704339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Marco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10" dirty="0">
                <a:latin typeface="Arial"/>
                <a:cs typeface="Arial"/>
              </a:rPr>
              <a:t> referencia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Bloques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analíticos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52400" y="4962156"/>
            <a:ext cx="5511165" cy="1795780"/>
            <a:chOff x="152400" y="4962156"/>
            <a:chExt cx="5511165" cy="1795780"/>
          </a:xfrm>
        </p:grpSpPr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05655" y="5747004"/>
              <a:ext cx="1557527" cy="100583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2400" y="5679948"/>
              <a:ext cx="580644" cy="99975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07264" y="5708904"/>
              <a:ext cx="475488" cy="90830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07264" y="5708904"/>
              <a:ext cx="475615" cy="908685"/>
            </a:xfrm>
            <a:custGeom>
              <a:avLst/>
              <a:gdLst/>
              <a:ahLst/>
              <a:cxnLst/>
              <a:rect l="l" t="t" r="r" b="b"/>
              <a:pathLst>
                <a:path w="475615" h="908684">
                  <a:moveTo>
                    <a:pt x="0" y="237744"/>
                  </a:moveTo>
                  <a:lnTo>
                    <a:pt x="237744" y="0"/>
                  </a:lnTo>
                  <a:lnTo>
                    <a:pt x="475488" y="237744"/>
                  </a:lnTo>
                  <a:lnTo>
                    <a:pt x="356616" y="237744"/>
                  </a:lnTo>
                  <a:lnTo>
                    <a:pt x="356616" y="908304"/>
                  </a:lnTo>
                  <a:lnTo>
                    <a:pt x="118872" y="908304"/>
                  </a:lnTo>
                  <a:lnTo>
                    <a:pt x="118872" y="237744"/>
                  </a:lnTo>
                  <a:lnTo>
                    <a:pt x="0" y="237744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00628" y="5747004"/>
              <a:ext cx="437388" cy="101040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27175" y="4963680"/>
              <a:ext cx="2249424" cy="39927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47572" y="4962156"/>
              <a:ext cx="2008631" cy="45413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74419" y="4991100"/>
              <a:ext cx="2159508" cy="30937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074419" y="4991100"/>
              <a:ext cx="2159635" cy="309880"/>
            </a:xfrm>
            <a:custGeom>
              <a:avLst/>
              <a:gdLst/>
              <a:ahLst/>
              <a:cxnLst/>
              <a:rect l="l" t="t" r="r" b="b"/>
              <a:pathLst>
                <a:path w="2159635" h="309879">
                  <a:moveTo>
                    <a:pt x="0" y="51562"/>
                  </a:moveTo>
                  <a:lnTo>
                    <a:pt x="4052" y="31503"/>
                  </a:lnTo>
                  <a:lnTo>
                    <a:pt x="15103" y="15112"/>
                  </a:lnTo>
                  <a:lnTo>
                    <a:pt x="31493" y="4056"/>
                  </a:lnTo>
                  <a:lnTo>
                    <a:pt x="51562" y="0"/>
                  </a:lnTo>
                  <a:lnTo>
                    <a:pt x="2107946" y="0"/>
                  </a:lnTo>
                  <a:lnTo>
                    <a:pt x="2128004" y="4056"/>
                  </a:lnTo>
                  <a:lnTo>
                    <a:pt x="2144395" y="15112"/>
                  </a:lnTo>
                  <a:lnTo>
                    <a:pt x="2155451" y="31503"/>
                  </a:lnTo>
                  <a:lnTo>
                    <a:pt x="2159508" y="51562"/>
                  </a:lnTo>
                  <a:lnTo>
                    <a:pt x="2159508" y="257809"/>
                  </a:lnTo>
                  <a:lnTo>
                    <a:pt x="2155451" y="277868"/>
                  </a:lnTo>
                  <a:lnTo>
                    <a:pt x="2144395" y="294259"/>
                  </a:lnTo>
                  <a:lnTo>
                    <a:pt x="2128004" y="305315"/>
                  </a:lnTo>
                  <a:lnTo>
                    <a:pt x="2107946" y="309372"/>
                  </a:lnTo>
                  <a:lnTo>
                    <a:pt x="51562" y="309372"/>
                  </a:lnTo>
                  <a:lnTo>
                    <a:pt x="31493" y="305315"/>
                  </a:lnTo>
                  <a:lnTo>
                    <a:pt x="15103" y="294259"/>
                  </a:lnTo>
                  <a:lnTo>
                    <a:pt x="4052" y="277868"/>
                  </a:lnTo>
                  <a:lnTo>
                    <a:pt x="0" y="257809"/>
                  </a:lnTo>
                  <a:lnTo>
                    <a:pt x="0" y="51562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225266" y="871674"/>
            <a:ext cx="534035" cy="1273175"/>
            <a:chOff x="225266" y="871674"/>
            <a:chExt cx="534035" cy="1273175"/>
          </a:xfrm>
        </p:grpSpPr>
        <p:pic>
          <p:nvPicPr>
            <p:cNvPr id="73" name="object 7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25266" y="871674"/>
              <a:ext cx="533887" cy="127269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52984" y="890015"/>
              <a:ext cx="473964" cy="120700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252984" y="890015"/>
              <a:ext cx="474345" cy="1207135"/>
            </a:xfrm>
            <a:custGeom>
              <a:avLst/>
              <a:gdLst/>
              <a:ahLst/>
              <a:cxnLst/>
              <a:rect l="l" t="t" r="r" b="b"/>
              <a:pathLst>
                <a:path w="474345" h="1207135">
                  <a:moveTo>
                    <a:pt x="0" y="970026"/>
                  </a:moveTo>
                  <a:lnTo>
                    <a:pt x="118490" y="970026"/>
                  </a:lnTo>
                  <a:lnTo>
                    <a:pt x="118490" y="0"/>
                  </a:lnTo>
                  <a:lnTo>
                    <a:pt x="355472" y="0"/>
                  </a:lnTo>
                  <a:lnTo>
                    <a:pt x="355472" y="970026"/>
                  </a:lnTo>
                  <a:lnTo>
                    <a:pt x="473964" y="970026"/>
                  </a:lnTo>
                  <a:lnTo>
                    <a:pt x="236981" y="1207008"/>
                  </a:lnTo>
                  <a:lnTo>
                    <a:pt x="0" y="970026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6" name="object 7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445764" y="984503"/>
            <a:ext cx="1571243" cy="1053084"/>
          </a:xfrm>
          <a:prstGeom prst="rect">
            <a:avLst/>
          </a:prstGeom>
        </p:spPr>
      </p:pic>
      <p:graphicFrame>
        <p:nvGraphicFramePr>
          <p:cNvPr id="77" name="object 77"/>
          <p:cNvGraphicFramePr>
            <a:graphicFrameLocks noGrp="1"/>
          </p:cNvGraphicFramePr>
          <p:nvPr/>
        </p:nvGraphicFramePr>
        <p:xfrm>
          <a:off x="5839912" y="3860406"/>
          <a:ext cx="3241675" cy="1350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533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6731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53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00" b="1" spc="-25" dirty="0">
                          <a:latin typeface="Calibri"/>
                          <a:cs typeface="Calibri"/>
                        </a:rPr>
                        <a:t>Eje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00" b="1" spc="10" dirty="0">
                          <a:latin typeface="Calibri"/>
                          <a:cs typeface="Calibri"/>
                        </a:rPr>
                        <a:t>Objetivo</a:t>
                      </a:r>
                      <a:r>
                        <a:rPr sz="3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spc="-10" dirty="0">
                          <a:latin typeface="Calibri"/>
                          <a:cs typeface="Calibri"/>
                        </a:rPr>
                        <a:t>estratégico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00" b="1" spc="-10" dirty="0">
                          <a:latin typeface="Calibri"/>
                          <a:cs typeface="Calibri"/>
                        </a:rPr>
                        <a:t>Indicador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rowSpan="2" gridSpan="18"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300" b="1" dirty="0">
                          <a:latin typeface="Calibri"/>
                          <a:cs typeface="Calibri"/>
                        </a:rPr>
                        <a:t>Plan</a:t>
                      </a:r>
                      <a:r>
                        <a:rPr sz="3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b="1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acción</a:t>
                      </a:r>
                      <a:r>
                        <a:rPr sz="3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(Iniciativas</a:t>
                      </a:r>
                      <a:r>
                        <a:rPr sz="3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spc="-10" dirty="0">
                          <a:latin typeface="Calibri"/>
                          <a:cs typeface="Calibri"/>
                        </a:rPr>
                        <a:t>estratégicas)</a:t>
                      </a:r>
                      <a:endParaRPr sz="300">
                        <a:latin typeface="Calibri"/>
                        <a:cs typeface="Calibri"/>
                      </a:endParaRPr>
                    </a:p>
                    <a:p>
                      <a:pPr marL="19050">
                        <a:lnSpc>
                          <a:spcPts val="310"/>
                        </a:lnSpc>
                        <a:spcBef>
                          <a:spcPts val="80"/>
                        </a:spcBef>
                      </a:pPr>
                      <a:r>
                        <a:rPr sz="3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" b="1" spc="1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300" b="1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300" b="1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11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13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14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15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16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dirty="0">
                          <a:latin typeface="Calibri"/>
                          <a:cs typeface="Calibri"/>
                        </a:rPr>
                        <a:t>17</a:t>
                      </a:r>
                      <a:r>
                        <a:rPr sz="300" b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spc="-25" dirty="0">
                          <a:latin typeface="Calibri"/>
                          <a:cs typeface="Calibri"/>
                        </a:rPr>
                        <a:t>18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0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gridSpan="18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b="1" spc="10" dirty="0">
                          <a:latin typeface="Calibri"/>
                          <a:cs typeface="Calibri"/>
                        </a:rPr>
                        <a:t>Catálogo</a:t>
                      </a:r>
                      <a:r>
                        <a:rPr sz="3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b="1" spc="-10" dirty="0">
                          <a:latin typeface="Calibri"/>
                          <a:cs typeface="Calibri"/>
                        </a:rPr>
                        <a:t>iniciativas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"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43180" marR="25400" indent="-13970">
                        <a:lnSpc>
                          <a:spcPct val="122600"/>
                        </a:lnSpc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Aprendizaje</a:t>
                      </a:r>
                      <a:r>
                        <a:rPr sz="3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3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Crecimiento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Plataforma de</a:t>
                      </a:r>
                      <a:r>
                        <a:rPr sz="3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datos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Fuentes</a:t>
                      </a:r>
                      <a:r>
                        <a:rPr sz="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datos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Volumen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datos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2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2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Vistas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fuente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3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3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Vistas</a:t>
                      </a:r>
                      <a:r>
                        <a:rPr sz="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HA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4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4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Gobierno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 los</a:t>
                      </a:r>
                      <a:r>
                        <a:rPr sz="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datos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Políticas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gobierno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5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5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Perfiles</a:t>
                      </a:r>
                      <a:r>
                        <a:rPr sz="3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estratégicos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6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6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Departamentos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perfiles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estratégicos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7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7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Datasets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gobernados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8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8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Uso</a:t>
                      </a:r>
                      <a:r>
                        <a:rPr sz="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los Datasets</a:t>
                      </a:r>
                      <a:r>
                        <a:rPr sz="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Gobernados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9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50" dirty="0">
                          <a:latin typeface="Calibri"/>
                          <a:cs typeface="Calibri"/>
                        </a:rPr>
                        <a:t>9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Plataforma de</a:t>
                      </a:r>
                      <a:r>
                        <a:rPr sz="3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BI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Departamentos</a:t>
                      </a:r>
                      <a:r>
                        <a:rPr sz="3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formados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10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10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Usuarios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formados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Desarrolladores</a:t>
                      </a:r>
                      <a:r>
                        <a:rPr sz="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BI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12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12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Usuarios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finales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13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13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715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76835" marR="66675" indent="-5715">
                        <a:lnSpc>
                          <a:spcPct val="122400"/>
                        </a:lnSpc>
                        <a:spcBef>
                          <a:spcPts val="5"/>
                        </a:spcBef>
                      </a:pPr>
                      <a:r>
                        <a:rPr sz="300" spc="-10" dirty="0">
                          <a:latin typeface="Calibri"/>
                          <a:cs typeface="Calibri"/>
                        </a:rPr>
                        <a:t>Procesos</a:t>
                      </a:r>
                      <a:r>
                        <a:rPr sz="3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internos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Democratizar la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analítica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Departamentos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soluciones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BI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14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14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Aplicaciones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analíticas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15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15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Tiempo medio de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sesión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16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16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5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</a:pPr>
                      <a:r>
                        <a:rPr sz="3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3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Service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Servicios</a:t>
                      </a:r>
                      <a:r>
                        <a:rPr sz="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datos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17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17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1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Sistemas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conectados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3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los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servicios</a:t>
                      </a:r>
                      <a:r>
                        <a:rPr sz="3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publicados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300" spc="-25" dirty="0">
                          <a:latin typeface="Calibri"/>
                          <a:cs typeface="Calibri"/>
                        </a:rPr>
                        <a:t>18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Iniciativa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25" dirty="0">
                          <a:latin typeface="Calibri"/>
                          <a:cs typeface="Calibri"/>
                        </a:rPr>
                        <a:t>18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57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Peticiones</a:t>
                      </a:r>
                      <a:r>
                        <a:rPr sz="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10" dirty="0">
                          <a:latin typeface="Calibri"/>
                          <a:cs typeface="Calibri"/>
                        </a:rPr>
                        <a:t>servicio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realizadas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300" spc="-10" dirty="0">
                          <a:latin typeface="Calibri"/>
                          <a:cs typeface="Calibri"/>
                        </a:rPr>
                        <a:t>Clientes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Ofrecer</a:t>
                      </a:r>
                      <a:r>
                        <a:rPr sz="3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información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Clientes</a:t>
                      </a:r>
                      <a:r>
                        <a:rPr sz="3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finales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300"/>
                        </a:lnSpc>
                        <a:spcBef>
                          <a:spcPts val="5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71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10" dirty="0">
                          <a:latin typeface="Calibri"/>
                          <a:cs typeface="Calibri"/>
                        </a:rPr>
                        <a:t>Encuentas</a:t>
                      </a:r>
                      <a:r>
                        <a:rPr sz="3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00" spc="-10" dirty="0">
                          <a:latin typeface="Calibri"/>
                          <a:cs typeface="Calibri"/>
                        </a:rPr>
                        <a:t>satisfacción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310"/>
                        </a:lnSpc>
                        <a:spcBef>
                          <a:spcPts val="40"/>
                        </a:spcBef>
                      </a:pPr>
                      <a:r>
                        <a:rPr sz="300" spc="-50" dirty="0">
                          <a:latin typeface="Calibri"/>
                          <a:cs typeface="Calibri"/>
                        </a:rPr>
                        <a:t>X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3D3D3"/>
                      </a:solidFill>
                      <a:prstDash val="solid"/>
                    </a:lnL>
                    <a:lnR w="3175">
                      <a:solidFill>
                        <a:srgbClr val="D3D3D3"/>
                      </a:solidFill>
                      <a:prstDash val="solid"/>
                    </a:lnR>
                    <a:lnT w="3175">
                      <a:solidFill>
                        <a:srgbClr val="D3D3D3"/>
                      </a:solidFill>
                      <a:prstDash val="solid"/>
                    </a:lnT>
                    <a:lnB w="3175">
                      <a:solidFill>
                        <a:srgbClr val="D3D3D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pic>
        <p:nvPicPr>
          <p:cNvPr id="78" name="object 7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786628" y="2096310"/>
            <a:ext cx="3034283" cy="174397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841789" y="5778732"/>
            <a:ext cx="1442765" cy="984360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284224" y="5021071"/>
            <a:ext cx="1740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Modelo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Gobierno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2277" y="2551887"/>
            <a:ext cx="6221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Ejecución</a:t>
            </a:r>
            <a:r>
              <a:rPr spc="-190" dirty="0"/>
              <a:t> </a:t>
            </a:r>
            <a:r>
              <a:rPr spc="-60" dirty="0"/>
              <a:t>de</a:t>
            </a:r>
            <a:r>
              <a:rPr spc="-200" dirty="0"/>
              <a:t> </a:t>
            </a:r>
            <a:r>
              <a:rPr spc="-170" dirty="0"/>
              <a:t>la</a:t>
            </a:r>
            <a:r>
              <a:rPr spc="-190" dirty="0"/>
              <a:t> </a:t>
            </a:r>
            <a:r>
              <a:rPr spc="-125" dirty="0"/>
              <a:t>estrategia</a:t>
            </a:r>
          </a:p>
        </p:txBody>
      </p:sp>
      <p:sp>
        <p:nvSpPr>
          <p:cNvPr id="3" name="object 3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444" y="2077211"/>
            <a:ext cx="4465320" cy="24932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559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Punto</a:t>
            </a:r>
            <a:r>
              <a:rPr spc="-235" dirty="0"/>
              <a:t> </a:t>
            </a:r>
            <a:r>
              <a:rPr spc="-60" dirty="0"/>
              <a:t>de</a:t>
            </a:r>
            <a:r>
              <a:rPr spc="-229" dirty="0"/>
              <a:t> </a:t>
            </a:r>
            <a:r>
              <a:rPr spc="-130" dirty="0"/>
              <a:t>inflexión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2516" y="1249121"/>
            <a:ext cx="2670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1600" dirty="0">
                <a:latin typeface="Arial MT"/>
                <a:cs typeface="Arial MT"/>
              </a:rPr>
              <a:t>Dejamos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atrás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estrategia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8598" y="1249121"/>
            <a:ext cx="2344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1600" dirty="0">
                <a:latin typeface="Arial MT"/>
                <a:cs typeface="Arial MT"/>
              </a:rPr>
              <a:t>Problemas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soluciones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32191" y="5195240"/>
            <a:ext cx="5728970" cy="901065"/>
            <a:chOff x="1632191" y="5195240"/>
            <a:chExt cx="5728970" cy="90106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2191" y="5195240"/>
              <a:ext cx="5716548" cy="8977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4019" y="5260847"/>
              <a:ext cx="5676900" cy="8351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303" y="5213603"/>
              <a:ext cx="5644896" cy="8260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70303" y="5213603"/>
              <a:ext cx="5645150" cy="826135"/>
            </a:xfrm>
            <a:custGeom>
              <a:avLst/>
              <a:gdLst/>
              <a:ahLst/>
              <a:cxnLst/>
              <a:rect l="l" t="t" r="r" b="b"/>
              <a:pathLst>
                <a:path w="5645150" h="826135">
                  <a:moveTo>
                    <a:pt x="0" y="137668"/>
                  </a:moveTo>
                  <a:lnTo>
                    <a:pt x="7014" y="94138"/>
                  </a:lnTo>
                  <a:lnTo>
                    <a:pt x="26550" y="56345"/>
                  </a:lnTo>
                  <a:lnTo>
                    <a:pt x="56345" y="26550"/>
                  </a:lnTo>
                  <a:lnTo>
                    <a:pt x="94138" y="7014"/>
                  </a:lnTo>
                  <a:lnTo>
                    <a:pt x="137668" y="0"/>
                  </a:lnTo>
                  <a:lnTo>
                    <a:pt x="5507228" y="0"/>
                  </a:lnTo>
                  <a:lnTo>
                    <a:pt x="5550757" y="7014"/>
                  </a:lnTo>
                  <a:lnTo>
                    <a:pt x="5588550" y="26550"/>
                  </a:lnTo>
                  <a:lnTo>
                    <a:pt x="5618345" y="56345"/>
                  </a:lnTo>
                  <a:lnTo>
                    <a:pt x="5637881" y="94138"/>
                  </a:lnTo>
                  <a:lnTo>
                    <a:pt x="5644896" y="137668"/>
                  </a:lnTo>
                  <a:lnTo>
                    <a:pt x="5644896" y="688340"/>
                  </a:lnTo>
                  <a:lnTo>
                    <a:pt x="5637881" y="731854"/>
                  </a:lnTo>
                  <a:lnTo>
                    <a:pt x="5618345" y="769646"/>
                  </a:lnTo>
                  <a:lnTo>
                    <a:pt x="5588550" y="799446"/>
                  </a:lnTo>
                  <a:lnTo>
                    <a:pt x="5550757" y="818989"/>
                  </a:lnTo>
                  <a:lnTo>
                    <a:pt x="5507228" y="826008"/>
                  </a:lnTo>
                  <a:lnTo>
                    <a:pt x="137668" y="826008"/>
                  </a:lnTo>
                  <a:lnTo>
                    <a:pt x="94138" y="818989"/>
                  </a:lnTo>
                  <a:lnTo>
                    <a:pt x="56345" y="799446"/>
                  </a:lnTo>
                  <a:lnTo>
                    <a:pt x="26550" y="769646"/>
                  </a:lnTo>
                  <a:lnTo>
                    <a:pt x="7014" y="731854"/>
                  </a:lnTo>
                  <a:lnTo>
                    <a:pt x="0" y="688340"/>
                  </a:lnTo>
                  <a:lnTo>
                    <a:pt x="0" y="137668"/>
                  </a:lnTo>
                  <a:close/>
                </a:path>
              </a:pathLst>
            </a:custGeom>
            <a:ln w="9525">
              <a:solidFill>
                <a:srgbClr val="0096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51405" y="5335270"/>
            <a:ext cx="5281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7555" marR="5080" indent="-201548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estrategia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ejecución</a:t>
            </a:r>
            <a:r>
              <a:rPr sz="1800" spc="-10" dirty="0">
                <a:latin typeface="Arial MT"/>
                <a:cs typeface="Arial MT"/>
              </a:rPr>
              <a:t> marca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diferencia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La</a:t>
            </a:r>
            <a:r>
              <a:rPr spc="-195" dirty="0"/>
              <a:t> </a:t>
            </a:r>
            <a:r>
              <a:rPr spc="-125" dirty="0"/>
              <a:t>importancia</a:t>
            </a:r>
            <a:r>
              <a:rPr spc="-185" dirty="0"/>
              <a:t> </a:t>
            </a:r>
            <a:r>
              <a:rPr spc="-60" dirty="0"/>
              <a:t>de</a:t>
            </a:r>
            <a:r>
              <a:rPr spc="-200" dirty="0"/>
              <a:t> </a:t>
            </a:r>
            <a:r>
              <a:rPr spc="-165" dirty="0"/>
              <a:t>la</a:t>
            </a:r>
            <a:r>
              <a:rPr spc="-175" dirty="0"/>
              <a:t> </a:t>
            </a:r>
            <a:r>
              <a:rPr spc="-75" dirty="0"/>
              <a:t>metodología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5288" y="1246378"/>
            <a:ext cx="587311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conjunto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actividades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buenas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prácticas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</a:t>
            </a:r>
            <a:r>
              <a:rPr sz="1800" spc="-25" dirty="0">
                <a:latin typeface="Arial MT"/>
                <a:cs typeface="Arial MT"/>
              </a:rPr>
              <a:t> un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orden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concreto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procesos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Asegura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calidad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desarrollo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Unifica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criterios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Favorece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equipos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multidisciplinares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Reduce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curva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aprendizaje</a:t>
            </a:r>
            <a:endParaRPr sz="1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Asegura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mínima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documentación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vivo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ligado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día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día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Hay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cumplirla,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evolucionarla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La</a:t>
            </a:r>
            <a:r>
              <a:rPr spc="-195" dirty="0"/>
              <a:t> </a:t>
            </a:r>
            <a:r>
              <a:rPr spc="-125" dirty="0"/>
              <a:t>importancia</a:t>
            </a:r>
            <a:r>
              <a:rPr spc="-185" dirty="0"/>
              <a:t> </a:t>
            </a:r>
            <a:r>
              <a:rPr spc="-60" dirty="0"/>
              <a:t>de</a:t>
            </a:r>
            <a:r>
              <a:rPr spc="-200" dirty="0"/>
              <a:t> </a:t>
            </a:r>
            <a:r>
              <a:rPr spc="-165" dirty="0"/>
              <a:t>la</a:t>
            </a:r>
            <a:r>
              <a:rPr spc="-175" dirty="0"/>
              <a:t> </a:t>
            </a:r>
            <a:r>
              <a:rPr spc="-75" dirty="0"/>
              <a:t>metodología</a:t>
            </a:r>
          </a:p>
        </p:txBody>
      </p:sp>
      <p:sp>
        <p:nvSpPr>
          <p:cNvPr id="3" name="object 3"/>
          <p:cNvSpPr/>
          <p:nvPr/>
        </p:nvSpPr>
        <p:spPr>
          <a:xfrm>
            <a:off x="274320" y="1278636"/>
            <a:ext cx="3066415" cy="408940"/>
          </a:xfrm>
          <a:custGeom>
            <a:avLst/>
            <a:gdLst/>
            <a:ahLst/>
            <a:cxnLst/>
            <a:rect l="l" t="t" r="r" b="b"/>
            <a:pathLst>
              <a:path w="3066415" h="408939">
                <a:moveTo>
                  <a:pt x="2998216" y="0"/>
                </a:moveTo>
                <a:lnTo>
                  <a:pt x="68072" y="0"/>
                </a:lnTo>
                <a:lnTo>
                  <a:pt x="41576" y="5349"/>
                </a:lnTo>
                <a:lnTo>
                  <a:pt x="19939" y="19938"/>
                </a:lnTo>
                <a:lnTo>
                  <a:pt x="5349" y="41576"/>
                </a:lnTo>
                <a:lnTo>
                  <a:pt x="0" y="68072"/>
                </a:lnTo>
                <a:lnTo>
                  <a:pt x="0" y="340360"/>
                </a:lnTo>
                <a:lnTo>
                  <a:pt x="5349" y="366855"/>
                </a:lnTo>
                <a:lnTo>
                  <a:pt x="19939" y="388492"/>
                </a:lnTo>
                <a:lnTo>
                  <a:pt x="41576" y="403082"/>
                </a:lnTo>
                <a:lnTo>
                  <a:pt x="68072" y="408431"/>
                </a:lnTo>
                <a:lnTo>
                  <a:pt x="2998216" y="408431"/>
                </a:lnTo>
                <a:lnTo>
                  <a:pt x="3024711" y="403082"/>
                </a:lnTo>
                <a:lnTo>
                  <a:pt x="3046349" y="388493"/>
                </a:lnTo>
                <a:lnTo>
                  <a:pt x="3060938" y="366855"/>
                </a:lnTo>
                <a:lnTo>
                  <a:pt x="3066288" y="340360"/>
                </a:lnTo>
                <a:lnTo>
                  <a:pt x="3066288" y="68072"/>
                </a:lnTo>
                <a:lnTo>
                  <a:pt x="3060938" y="41576"/>
                </a:lnTo>
                <a:lnTo>
                  <a:pt x="3046349" y="19938"/>
                </a:lnTo>
                <a:lnTo>
                  <a:pt x="3024711" y="5349"/>
                </a:lnTo>
                <a:lnTo>
                  <a:pt x="29982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9559" y="2110739"/>
            <a:ext cx="3066415" cy="407034"/>
          </a:xfrm>
          <a:custGeom>
            <a:avLst/>
            <a:gdLst/>
            <a:ahLst/>
            <a:cxnLst/>
            <a:rect l="l" t="t" r="r" b="b"/>
            <a:pathLst>
              <a:path w="3066415" h="407035">
                <a:moveTo>
                  <a:pt x="2998469" y="0"/>
                </a:moveTo>
                <a:lnTo>
                  <a:pt x="67818" y="0"/>
                </a:lnTo>
                <a:lnTo>
                  <a:pt x="41421" y="5328"/>
                </a:lnTo>
                <a:lnTo>
                  <a:pt x="19864" y="19859"/>
                </a:lnTo>
                <a:lnTo>
                  <a:pt x="5329" y="41415"/>
                </a:lnTo>
                <a:lnTo>
                  <a:pt x="0" y="67818"/>
                </a:lnTo>
                <a:lnTo>
                  <a:pt x="0" y="339089"/>
                </a:lnTo>
                <a:lnTo>
                  <a:pt x="5329" y="365492"/>
                </a:lnTo>
                <a:lnTo>
                  <a:pt x="19864" y="387048"/>
                </a:lnTo>
                <a:lnTo>
                  <a:pt x="41421" y="401579"/>
                </a:lnTo>
                <a:lnTo>
                  <a:pt x="67818" y="406908"/>
                </a:lnTo>
                <a:lnTo>
                  <a:pt x="2998469" y="406908"/>
                </a:lnTo>
                <a:lnTo>
                  <a:pt x="3024872" y="401579"/>
                </a:lnTo>
                <a:lnTo>
                  <a:pt x="3046428" y="387048"/>
                </a:lnTo>
                <a:lnTo>
                  <a:pt x="3060959" y="365492"/>
                </a:lnTo>
                <a:lnTo>
                  <a:pt x="3066288" y="339089"/>
                </a:lnTo>
                <a:lnTo>
                  <a:pt x="3066288" y="67818"/>
                </a:lnTo>
                <a:lnTo>
                  <a:pt x="3060959" y="41415"/>
                </a:lnTo>
                <a:lnTo>
                  <a:pt x="3046428" y="19859"/>
                </a:lnTo>
                <a:lnTo>
                  <a:pt x="3024872" y="5328"/>
                </a:lnTo>
                <a:lnTo>
                  <a:pt x="2998469" y="0"/>
                </a:lnTo>
                <a:close/>
              </a:path>
            </a:pathLst>
          </a:custGeom>
          <a:solidFill>
            <a:srgbClr val="D779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131" y="3162300"/>
            <a:ext cx="3066415" cy="408940"/>
          </a:xfrm>
          <a:custGeom>
            <a:avLst/>
            <a:gdLst/>
            <a:ahLst/>
            <a:cxnLst/>
            <a:rect l="l" t="t" r="r" b="b"/>
            <a:pathLst>
              <a:path w="3066415" h="408939">
                <a:moveTo>
                  <a:pt x="2998216" y="0"/>
                </a:moveTo>
                <a:lnTo>
                  <a:pt x="68072" y="0"/>
                </a:lnTo>
                <a:lnTo>
                  <a:pt x="41576" y="5349"/>
                </a:lnTo>
                <a:lnTo>
                  <a:pt x="19939" y="19938"/>
                </a:lnTo>
                <a:lnTo>
                  <a:pt x="5349" y="41576"/>
                </a:lnTo>
                <a:lnTo>
                  <a:pt x="0" y="68072"/>
                </a:lnTo>
                <a:lnTo>
                  <a:pt x="0" y="340360"/>
                </a:lnTo>
                <a:lnTo>
                  <a:pt x="5349" y="366855"/>
                </a:lnTo>
                <a:lnTo>
                  <a:pt x="19939" y="388493"/>
                </a:lnTo>
                <a:lnTo>
                  <a:pt x="41576" y="403082"/>
                </a:lnTo>
                <a:lnTo>
                  <a:pt x="68072" y="408432"/>
                </a:lnTo>
                <a:lnTo>
                  <a:pt x="2998216" y="408432"/>
                </a:lnTo>
                <a:lnTo>
                  <a:pt x="3024711" y="403082"/>
                </a:lnTo>
                <a:lnTo>
                  <a:pt x="3046349" y="388493"/>
                </a:lnTo>
                <a:lnTo>
                  <a:pt x="3060938" y="366855"/>
                </a:lnTo>
                <a:lnTo>
                  <a:pt x="3066288" y="340360"/>
                </a:lnTo>
                <a:lnTo>
                  <a:pt x="3066288" y="68072"/>
                </a:lnTo>
                <a:lnTo>
                  <a:pt x="3060938" y="41576"/>
                </a:lnTo>
                <a:lnTo>
                  <a:pt x="3046349" y="19938"/>
                </a:lnTo>
                <a:lnTo>
                  <a:pt x="3024711" y="5349"/>
                </a:lnTo>
                <a:lnTo>
                  <a:pt x="2998216" y="0"/>
                </a:lnTo>
                <a:close/>
              </a:path>
            </a:pathLst>
          </a:custGeom>
          <a:solidFill>
            <a:srgbClr val="C481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4131" y="4197096"/>
            <a:ext cx="3066415" cy="407034"/>
          </a:xfrm>
          <a:custGeom>
            <a:avLst/>
            <a:gdLst/>
            <a:ahLst/>
            <a:cxnLst/>
            <a:rect l="l" t="t" r="r" b="b"/>
            <a:pathLst>
              <a:path w="3066415" h="407035">
                <a:moveTo>
                  <a:pt x="2998470" y="0"/>
                </a:moveTo>
                <a:lnTo>
                  <a:pt x="67818" y="0"/>
                </a:lnTo>
                <a:lnTo>
                  <a:pt x="41421" y="5328"/>
                </a:lnTo>
                <a:lnTo>
                  <a:pt x="19864" y="19859"/>
                </a:lnTo>
                <a:lnTo>
                  <a:pt x="5329" y="41415"/>
                </a:lnTo>
                <a:lnTo>
                  <a:pt x="0" y="67817"/>
                </a:lnTo>
                <a:lnTo>
                  <a:pt x="0" y="339089"/>
                </a:lnTo>
                <a:lnTo>
                  <a:pt x="5329" y="365492"/>
                </a:lnTo>
                <a:lnTo>
                  <a:pt x="19864" y="387048"/>
                </a:lnTo>
                <a:lnTo>
                  <a:pt x="41421" y="401579"/>
                </a:lnTo>
                <a:lnTo>
                  <a:pt x="67818" y="406907"/>
                </a:lnTo>
                <a:lnTo>
                  <a:pt x="2998470" y="406907"/>
                </a:lnTo>
                <a:lnTo>
                  <a:pt x="3024872" y="401579"/>
                </a:lnTo>
                <a:lnTo>
                  <a:pt x="3046428" y="387048"/>
                </a:lnTo>
                <a:lnTo>
                  <a:pt x="3060959" y="365492"/>
                </a:lnTo>
                <a:lnTo>
                  <a:pt x="3066288" y="339089"/>
                </a:lnTo>
                <a:lnTo>
                  <a:pt x="3066288" y="67817"/>
                </a:lnTo>
                <a:lnTo>
                  <a:pt x="3060959" y="41415"/>
                </a:lnTo>
                <a:lnTo>
                  <a:pt x="3046428" y="19859"/>
                </a:lnTo>
                <a:lnTo>
                  <a:pt x="3024872" y="5328"/>
                </a:lnTo>
                <a:lnTo>
                  <a:pt x="2998470" y="0"/>
                </a:lnTo>
                <a:close/>
              </a:path>
            </a:pathLst>
          </a:custGeom>
          <a:solidFill>
            <a:srgbClr val="B490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6542" y="1237335"/>
            <a:ext cx="2420620" cy="32677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73990" indent="-146685">
              <a:lnSpc>
                <a:spcPct val="100000"/>
              </a:lnSpc>
              <a:spcBef>
                <a:spcPts val="965"/>
              </a:spcBef>
              <a:buAutoNum type="arabicPlain"/>
              <a:tabLst>
                <a:tab pos="173990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Pre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endParaRPr sz="1400">
              <a:latin typeface="Arial MT"/>
              <a:cs typeface="Arial MT"/>
            </a:endParaRPr>
          </a:p>
          <a:p>
            <a:pPr marL="462915" lvl="1" indent="-286385">
              <a:lnSpc>
                <a:spcPct val="100000"/>
              </a:lnSpc>
              <a:spcBef>
                <a:spcPts val="865"/>
              </a:spcBef>
              <a:buChar char="•"/>
              <a:tabLst>
                <a:tab pos="462915" algn="l"/>
              </a:tabLst>
            </a:pPr>
            <a:r>
              <a:rPr sz="1400" dirty="0">
                <a:latin typeface="Arial MT"/>
                <a:cs typeface="Arial MT"/>
              </a:rPr>
              <a:t>Asegurar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recursos</a:t>
            </a:r>
            <a:endParaRPr sz="1400">
              <a:latin typeface="Arial MT"/>
              <a:cs typeface="Arial MT"/>
            </a:endParaRPr>
          </a:p>
          <a:p>
            <a:pPr marL="462915" lvl="1" indent="-286385">
              <a:lnSpc>
                <a:spcPct val="100000"/>
              </a:lnSpc>
              <a:buChar char="•"/>
              <a:tabLst>
                <a:tab pos="462915" algn="l"/>
              </a:tabLst>
            </a:pPr>
            <a:r>
              <a:rPr sz="1400" dirty="0">
                <a:latin typeface="Arial MT"/>
                <a:cs typeface="Arial MT"/>
              </a:rPr>
              <a:t>Crear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espacio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trabajo</a:t>
            </a:r>
            <a:endParaRPr sz="1400">
              <a:latin typeface="Arial MT"/>
              <a:cs typeface="Arial MT"/>
            </a:endParaRPr>
          </a:p>
          <a:p>
            <a:pPr marL="159385" indent="-146685">
              <a:lnSpc>
                <a:spcPct val="100000"/>
              </a:lnSpc>
              <a:spcBef>
                <a:spcPts val="484"/>
              </a:spcBef>
              <a:buAutoNum type="arabicPlain"/>
              <a:tabLst>
                <a:tab pos="159385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Definición</a:t>
            </a:r>
            <a:endParaRPr sz="1400">
              <a:latin typeface="Arial MT"/>
              <a:cs typeface="Arial MT"/>
            </a:endParaRPr>
          </a:p>
          <a:p>
            <a:pPr marL="461009" lvl="1" indent="-287020">
              <a:lnSpc>
                <a:spcPct val="100000"/>
              </a:lnSpc>
              <a:spcBef>
                <a:spcPts val="1010"/>
              </a:spcBef>
              <a:buChar char="•"/>
              <a:tabLst>
                <a:tab pos="461009" algn="l"/>
              </a:tabLst>
            </a:pPr>
            <a:r>
              <a:rPr sz="1400" dirty="0">
                <a:latin typeface="Arial MT"/>
                <a:cs typeface="Arial MT"/>
              </a:rPr>
              <a:t>Kick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Off</a:t>
            </a:r>
            <a:endParaRPr sz="1400">
              <a:latin typeface="Arial MT"/>
              <a:cs typeface="Arial MT"/>
            </a:endParaRPr>
          </a:p>
          <a:p>
            <a:pPr marL="461009" lvl="1" indent="-287020">
              <a:lnSpc>
                <a:spcPct val="100000"/>
              </a:lnSpc>
              <a:buChar char="•"/>
              <a:tabLst>
                <a:tab pos="461009" algn="l"/>
              </a:tabLst>
            </a:pPr>
            <a:r>
              <a:rPr sz="1400" dirty="0">
                <a:latin typeface="Arial MT"/>
                <a:cs typeface="Arial MT"/>
              </a:rPr>
              <a:t>Dimensiones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medidas</a:t>
            </a:r>
            <a:endParaRPr sz="1400">
              <a:latin typeface="Arial MT"/>
              <a:cs typeface="Arial MT"/>
            </a:endParaRPr>
          </a:p>
          <a:p>
            <a:pPr marL="461009" lvl="1" indent="-287020">
              <a:lnSpc>
                <a:spcPct val="100000"/>
              </a:lnSpc>
              <a:buChar char="•"/>
              <a:tabLst>
                <a:tab pos="461009" algn="l"/>
              </a:tabLst>
            </a:pPr>
            <a:r>
              <a:rPr sz="1400" dirty="0">
                <a:latin typeface="Arial MT"/>
                <a:cs typeface="Arial MT"/>
              </a:rPr>
              <a:t>Modelo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dimensional</a:t>
            </a:r>
            <a:endParaRPr sz="1400">
              <a:latin typeface="Arial MT"/>
              <a:cs typeface="Arial MT"/>
            </a:endParaRPr>
          </a:p>
          <a:p>
            <a:pPr marL="179705" indent="-147320">
              <a:lnSpc>
                <a:spcPct val="100000"/>
              </a:lnSpc>
              <a:spcBef>
                <a:spcPts val="720"/>
              </a:spcBef>
              <a:buAutoNum type="arabicPlain"/>
              <a:tabLst>
                <a:tab pos="179705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Integración</a:t>
            </a:r>
            <a:r>
              <a:rPr sz="1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endParaRPr sz="1400">
              <a:latin typeface="Arial MT"/>
              <a:cs typeface="Arial MT"/>
            </a:endParaRPr>
          </a:p>
          <a:p>
            <a:pPr marL="461009" lvl="1" indent="-287020">
              <a:lnSpc>
                <a:spcPct val="100000"/>
              </a:lnSpc>
              <a:spcBef>
                <a:spcPts val="790"/>
              </a:spcBef>
              <a:buChar char="•"/>
              <a:tabLst>
                <a:tab pos="461009" algn="l"/>
              </a:tabLst>
            </a:pPr>
            <a:r>
              <a:rPr sz="1400" spc="-25" dirty="0">
                <a:latin typeface="Arial MT"/>
                <a:cs typeface="Arial MT"/>
              </a:rPr>
              <a:t>ETL</a:t>
            </a:r>
            <a:endParaRPr sz="1400">
              <a:latin typeface="Arial MT"/>
              <a:cs typeface="Arial MT"/>
            </a:endParaRPr>
          </a:p>
          <a:p>
            <a:pPr marL="461009" lvl="1" indent="-287020">
              <a:lnSpc>
                <a:spcPct val="100000"/>
              </a:lnSpc>
              <a:buChar char="•"/>
              <a:tabLst>
                <a:tab pos="461009" algn="l"/>
              </a:tabLst>
            </a:pPr>
            <a:r>
              <a:rPr sz="1400" spc="-10" dirty="0">
                <a:latin typeface="Arial MT"/>
                <a:cs typeface="Arial MT"/>
              </a:rPr>
              <a:t>Modelado</a:t>
            </a:r>
            <a:endParaRPr sz="1400">
              <a:latin typeface="Arial MT"/>
              <a:cs typeface="Arial MT"/>
            </a:endParaRPr>
          </a:p>
          <a:p>
            <a:pPr marL="461009" lvl="1" indent="-287020">
              <a:lnSpc>
                <a:spcPct val="100000"/>
              </a:lnSpc>
              <a:buChar char="•"/>
              <a:tabLst>
                <a:tab pos="461009" algn="l"/>
              </a:tabLst>
            </a:pPr>
            <a:r>
              <a:rPr sz="1400" dirty="0">
                <a:latin typeface="Arial MT"/>
                <a:cs typeface="Arial MT"/>
              </a:rPr>
              <a:t>Alarmas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0" dirty="0">
                <a:latin typeface="Arial MT"/>
                <a:cs typeface="Arial MT"/>
              </a:rPr>
              <a:t> validaciones</a:t>
            </a:r>
            <a:endParaRPr sz="1400">
              <a:latin typeface="Arial MT"/>
              <a:cs typeface="Arial MT"/>
            </a:endParaRPr>
          </a:p>
          <a:p>
            <a:pPr marL="179705" indent="-147320">
              <a:lnSpc>
                <a:spcPct val="100000"/>
              </a:lnSpc>
              <a:spcBef>
                <a:spcPts val="630"/>
              </a:spcBef>
              <a:buAutoNum type="arabicPlain"/>
              <a:tabLst>
                <a:tab pos="179705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Desarrollo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20" y="5495544"/>
            <a:ext cx="3066415" cy="407034"/>
          </a:xfrm>
          <a:custGeom>
            <a:avLst/>
            <a:gdLst/>
            <a:ahLst/>
            <a:cxnLst/>
            <a:rect l="l" t="t" r="r" b="b"/>
            <a:pathLst>
              <a:path w="3066415" h="407035">
                <a:moveTo>
                  <a:pt x="2998470" y="0"/>
                </a:moveTo>
                <a:lnTo>
                  <a:pt x="67818" y="0"/>
                </a:lnTo>
                <a:lnTo>
                  <a:pt x="41421" y="5328"/>
                </a:lnTo>
                <a:lnTo>
                  <a:pt x="19864" y="19859"/>
                </a:lnTo>
                <a:lnTo>
                  <a:pt x="5329" y="41415"/>
                </a:lnTo>
                <a:lnTo>
                  <a:pt x="0" y="67817"/>
                </a:lnTo>
                <a:lnTo>
                  <a:pt x="0" y="339089"/>
                </a:lnTo>
                <a:lnTo>
                  <a:pt x="5329" y="365486"/>
                </a:lnTo>
                <a:lnTo>
                  <a:pt x="19864" y="387043"/>
                </a:lnTo>
                <a:lnTo>
                  <a:pt x="41421" y="401578"/>
                </a:lnTo>
                <a:lnTo>
                  <a:pt x="67818" y="406907"/>
                </a:lnTo>
                <a:lnTo>
                  <a:pt x="2998470" y="406907"/>
                </a:lnTo>
                <a:lnTo>
                  <a:pt x="3024872" y="401578"/>
                </a:lnTo>
                <a:lnTo>
                  <a:pt x="3046428" y="387043"/>
                </a:lnTo>
                <a:lnTo>
                  <a:pt x="3060959" y="365486"/>
                </a:lnTo>
                <a:lnTo>
                  <a:pt x="3066288" y="339089"/>
                </a:lnTo>
                <a:lnTo>
                  <a:pt x="3066288" y="67817"/>
                </a:lnTo>
                <a:lnTo>
                  <a:pt x="3060959" y="41415"/>
                </a:lnTo>
                <a:lnTo>
                  <a:pt x="3046428" y="19859"/>
                </a:lnTo>
                <a:lnTo>
                  <a:pt x="3024872" y="5328"/>
                </a:lnTo>
                <a:lnTo>
                  <a:pt x="299847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1782" y="5563920"/>
            <a:ext cx="9067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Entrega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562" y="4576317"/>
            <a:ext cx="241490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2164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Extracción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histórica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e </a:t>
            </a:r>
            <a:r>
              <a:rPr sz="1400" spc="-10" dirty="0">
                <a:latin typeface="Arial MT"/>
                <a:cs typeface="Arial MT"/>
              </a:rPr>
              <a:t>incremental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Construcción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DataMart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Generar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visualizaciones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562" y="5885484"/>
            <a:ext cx="178498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Planificar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recargas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spc="-10" dirty="0">
                <a:latin typeface="Arial MT"/>
                <a:cs typeface="Arial MT"/>
              </a:rPr>
              <a:t>Aprobación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spc="-10" dirty="0">
                <a:latin typeface="Arial MT"/>
                <a:cs typeface="Arial MT"/>
              </a:rPr>
              <a:t>Acompañamiento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11677" y="1128141"/>
            <a:ext cx="5368290" cy="713105"/>
            <a:chOff x="3511677" y="1128141"/>
            <a:chExt cx="5368290" cy="713105"/>
          </a:xfrm>
        </p:grpSpPr>
        <p:sp>
          <p:nvSpPr>
            <p:cNvPr id="13" name="object 13"/>
            <p:cNvSpPr/>
            <p:nvPr/>
          </p:nvSpPr>
          <p:spPr>
            <a:xfrm>
              <a:off x="3521202" y="1137666"/>
              <a:ext cx="5349240" cy="292735"/>
            </a:xfrm>
            <a:custGeom>
              <a:avLst/>
              <a:gdLst/>
              <a:ahLst/>
              <a:cxnLst/>
              <a:rect l="l" t="t" r="r" b="b"/>
              <a:pathLst>
                <a:path w="5349240" h="292734">
                  <a:moveTo>
                    <a:pt x="0" y="292608"/>
                  </a:moveTo>
                  <a:lnTo>
                    <a:pt x="1916" y="235672"/>
                  </a:lnTo>
                  <a:lnTo>
                    <a:pt x="7143" y="189166"/>
                  </a:lnTo>
                  <a:lnTo>
                    <a:pt x="14894" y="157805"/>
                  </a:lnTo>
                  <a:lnTo>
                    <a:pt x="24384" y="146304"/>
                  </a:lnTo>
                  <a:lnTo>
                    <a:pt x="2650236" y="146304"/>
                  </a:lnTo>
                  <a:lnTo>
                    <a:pt x="2659725" y="134802"/>
                  </a:lnTo>
                  <a:lnTo>
                    <a:pt x="2667476" y="103441"/>
                  </a:lnTo>
                  <a:lnTo>
                    <a:pt x="2672703" y="56935"/>
                  </a:lnTo>
                  <a:lnTo>
                    <a:pt x="2674620" y="0"/>
                  </a:lnTo>
                  <a:lnTo>
                    <a:pt x="2676536" y="56935"/>
                  </a:lnTo>
                  <a:lnTo>
                    <a:pt x="2681763" y="103441"/>
                  </a:lnTo>
                  <a:lnTo>
                    <a:pt x="2689514" y="134802"/>
                  </a:lnTo>
                  <a:lnTo>
                    <a:pt x="2699004" y="146304"/>
                  </a:lnTo>
                  <a:lnTo>
                    <a:pt x="5324856" y="146304"/>
                  </a:lnTo>
                  <a:lnTo>
                    <a:pt x="5334345" y="157805"/>
                  </a:lnTo>
                  <a:lnTo>
                    <a:pt x="5342096" y="189166"/>
                  </a:lnTo>
                  <a:lnTo>
                    <a:pt x="5347323" y="235672"/>
                  </a:lnTo>
                  <a:lnTo>
                    <a:pt x="5349240" y="292608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67684" y="1313688"/>
              <a:ext cx="273050" cy="521334"/>
            </a:xfrm>
            <a:custGeom>
              <a:avLst/>
              <a:gdLst/>
              <a:ahLst/>
              <a:cxnLst/>
              <a:rect l="l" t="t" r="r" b="b"/>
              <a:pathLst>
                <a:path w="273050" h="521335">
                  <a:moveTo>
                    <a:pt x="136398" y="0"/>
                  </a:moveTo>
                  <a:lnTo>
                    <a:pt x="0" y="0"/>
                  </a:lnTo>
                  <a:lnTo>
                    <a:pt x="136398" y="260603"/>
                  </a:lnTo>
                  <a:lnTo>
                    <a:pt x="0" y="521208"/>
                  </a:lnTo>
                  <a:lnTo>
                    <a:pt x="136398" y="521208"/>
                  </a:lnTo>
                  <a:lnTo>
                    <a:pt x="272795" y="260603"/>
                  </a:lnTo>
                  <a:lnTo>
                    <a:pt x="1363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67684" y="1313688"/>
              <a:ext cx="273050" cy="521334"/>
            </a:xfrm>
            <a:custGeom>
              <a:avLst/>
              <a:gdLst/>
              <a:ahLst/>
              <a:cxnLst/>
              <a:rect l="l" t="t" r="r" b="b"/>
              <a:pathLst>
                <a:path w="273050" h="521335">
                  <a:moveTo>
                    <a:pt x="0" y="0"/>
                  </a:moveTo>
                  <a:lnTo>
                    <a:pt x="136398" y="0"/>
                  </a:lnTo>
                  <a:lnTo>
                    <a:pt x="272795" y="260603"/>
                  </a:lnTo>
                  <a:lnTo>
                    <a:pt x="136398" y="521208"/>
                  </a:lnTo>
                  <a:lnTo>
                    <a:pt x="0" y="521208"/>
                  </a:lnTo>
                  <a:lnTo>
                    <a:pt x="136398" y="26060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6076" y="1313688"/>
              <a:ext cx="2574290" cy="521334"/>
            </a:xfrm>
            <a:custGeom>
              <a:avLst/>
              <a:gdLst/>
              <a:ahLst/>
              <a:cxnLst/>
              <a:rect l="l" t="t" r="r" b="b"/>
              <a:pathLst>
                <a:path w="2574290" h="521335">
                  <a:moveTo>
                    <a:pt x="2313432" y="0"/>
                  </a:moveTo>
                  <a:lnTo>
                    <a:pt x="0" y="0"/>
                  </a:lnTo>
                  <a:lnTo>
                    <a:pt x="260603" y="260603"/>
                  </a:lnTo>
                  <a:lnTo>
                    <a:pt x="0" y="521208"/>
                  </a:lnTo>
                  <a:lnTo>
                    <a:pt x="2313432" y="521208"/>
                  </a:lnTo>
                  <a:lnTo>
                    <a:pt x="2574036" y="260603"/>
                  </a:lnTo>
                  <a:lnTo>
                    <a:pt x="2313432" y="0"/>
                  </a:lnTo>
                  <a:close/>
                </a:path>
              </a:pathLst>
            </a:custGeom>
            <a:solidFill>
              <a:srgbClr val="D77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6076" y="1313688"/>
              <a:ext cx="2574290" cy="521334"/>
            </a:xfrm>
            <a:custGeom>
              <a:avLst/>
              <a:gdLst/>
              <a:ahLst/>
              <a:cxnLst/>
              <a:rect l="l" t="t" r="r" b="b"/>
              <a:pathLst>
                <a:path w="2574290" h="521335">
                  <a:moveTo>
                    <a:pt x="0" y="0"/>
                  </a:moveTo>
                  <a:lnTo>
                    <a:pt x="2313432" y="0"/>
                  </a:lnTo>
                  <a:lnTo>
                    <a:pt x="2574036" y="260603"/>
                  </a:lnTo>
                  <a:lnTo>
                    <a:pt x="2313432" y="521208"/>
                  </a:lnTo>
                  <a:lnTo>
                    <a:pt x="0" y="521208"/>
                  </a:lnTo>
                  <a:lnTo>
                    <a:pt x="260603" y="26060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56376" y="1313688"/>
              <a:ext cx="821690" cy="521334"/>
            </a:xfrm>
            <a:custGeom>
              <a:avLst/>
              <a:gdLst/>
              <a:ahLst/>
              <a:cxnLst/>
              <a:rect l="l" t="t" r="r" b="b"/>
              <a:pathLst>
                <a:path w="821690" h="521335">
                  <a:moveTo>
                    <a:pt x="560831" y="0"/>
                  </a:moveTo>
                  <a:lnTo>
                    <a:pt x="0" y="0"/>
                  </a:lnTo>
                  <a:lnTo>
                    <a:pt x="260603" y="260603"/>
                  </a:lnTo>
                  <a:lnTo>
                    <a:pt x="0" y="521208"/>
                  </a:lnTo>
                  <a:lnTo>
                    <a:pt x="560831" y="521208"/>
                  </a:lnTo>
                  <a:lnTo>
                    <a:pt x="821435" y="260603"/>
                  </a:lnTo>
                  <a:lnTo>
                    <a:pt x="560831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56376" y="1313688"/>
              <a:ext cx="821690" cy="521334"/>
            </a:xfrm>
            <a:custGeom>
              <a:avLst/>
              <a:gdLst/>
              <a:ahLst/>
              <a:cxnLst/>
              <a:rect l="l" t="t" r="r" b="b"/>
              <a:pathLst>
                <a:path w="821690" h="521335">
                  <a:moveTo>
                    <a:pt x="0" y="0"/>
                  </a:moveTo>
                  <a:lnTo>
                    <a:pt x="560831" y="0"/>
                  </a:lnTo>
                  <a:lnTo>
                    <a:pt x="821435" y="260603"/>
                  </a:lnTo>
                  <a:lnTo>
                    <a:pt x="560831" y="521208"/>
                  </a:lnTo>
                  <a:lnTo>
                    <a:pt x="0" y="521208"/>
                  </a:lnTo>
                  <a:lnTo>
                    <a:pt x="260603" y="26060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96456" y="1313688"/>
              <a:ext cx="1839595" cy="521334"/>
            </a:xfrm>
            <a:custGeom>
              <a:avLst/>
              <a:gdLst/>
              <a:ahLst/>
              <a:cxnLst/>
              <a:rect l="l" t="t" r="r" b="b"/>
              <a:pathLst>
                <a:path w="1839595" h="521335">
                  <a:moveTo>
                    <a:pt x="1578864" y="0"/>
                  </a:moveTo>
                  <a:lnTo>
                    <a:pt x="0" y="0"/>
                  </a:lnTo>
                  <a:lnTo>
                    <a:pt x="260603" y="260603"/>
                  </a:lnTo>
                  <a:lnTo>
                    <a:pt x="0" y="521208"/>
                  </a:lnTo>
                  <a:lnTo>
                    <a:pt x="1578864" y="521208"/>
                  </a:lnTo>
                  <a:lnTo>
                    <a:pt x="1839468" y="260603"/>
                  </a:lnTo>
                  <a:lnTo>
                    <a:pt x="1578864" y="0"/>
                  </a:lnTo>
                  <a:close/>
                </a:path>
              </a:pathLst>
            </a:custGeom>
            <a:solidFill>
              <a:srgbClr val="B49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96456" y="1313688"/>
              <a:ext cx="1839595" cy="521334"/>
            </a:xfrm>
            <a:custGeom>
              <a:avLst/>
              <a:gdLst/>
              <a:ahLst/>
              <a:cxnLst/>
              <a:rect l="l" t="t" r="r" b="b"/>
              <a:pathLst>
                <a:path w="1839595" h="521335">
                  <a:moveTo>
                    <a:pt x="0" y="0"/>
                  </a:moveTo>
                  <a:lnTo>
                    <a:pt x="1578864" y="0"/>
                  </a:lnTo>
                  <a:lnTo>
                    <a:pt x="1839468" y="260603"/>
                  </a:lnTo>
                  <a:lnTo>
                    <a:pt x="1578864" y="521208"/>
                  </a:lnTo>
                  <a:lnTo>
                    <a:pt x="0" y="521208"/>
                  </a:lnTo>
                  <a:lnTo>
                    <a:pt x="260603" y="26060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51520" y="1313688"/>
              <a:ext cx="518159" cy="521334"/>
            </a:xfrm>
            <a:custGeom>
              <a:avLst/>
              <a:gdLst/>
              <a:ahLst/>
              <a:cxnLst/>
              <a:rect l="l" t="t" r="r" b="b"/>
              <a:pathLst>
                <a:path w="518159" h="521335">
                  <a:moveTo>
                    <a:pt x="259079" y="0"/>
                  </a:moveTo>
                  <a:lnTo>
                    <a:pt x="0" y="0"/>
                  </a:lnTo>
                  <a:lnTo>
                    <a:pt x="259079" y="260603"/>
                  </a:lnTo>
                  <a:lnTo>
                    <a:pt x="0" y="521208"/>
                  </a:lnTo>
                  <a:lnTo>
                    <a:pt x="259079" y="521208"/>
                  </a:lnTo>
                  <a:lnTo>
                    <a:pt x="518159" y="260603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51520" y="1313688"/>
              <a:ext cx="518159" cy="521334"/>
            </a:xfrm>
            <a:custGeom>
              <a:avLst/>
              <a:gdLst/>
              <a:ahLst/>
              <a:cxnLst/>
              <a:rect l="l" t="t" r="r" b="b"/>
              <a:pathLst>
                <a:path w="518159" h="521335">
                  <a:moveTo>
                    <a:pt x="0" y="0"/>
                  </a:moveTo>
                  <a:lnTo>
                    <a:pt x="259079" y="0"/>
                  </a:lnTo>
                  <a:lnTo>
                    <a:pt x="518159" y="260603"/>
                  </a:lnTo>
                  <a:lnTo>
                    <a:pt x="259079" y="521208"/>
                  </a:lnTo>
                  <a:lnTo>
                    <a:pt x="0" y="521208"/>
                  </a:lnTo>
                  <a:lnTo>
                    <a:pt x="259079" y="26060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516248" y="2141601"/>
            <a:ext cx="5344795" cy="783590"/>
            <a:chOff x="3516248" y="2141601"/>
            <a:chExt cx="5344795" cy="783590"/>
          </a:xfrm>
        </p:grpSpPr>
        <p:sp>
          <p:nvSpPr>
            <p:cNvPr id="25" name="object 25"/>
            <p:cNvSpPr/>
            <p:nvPr/>
          </p:nvSpPr>
          <p:spPr>
            <a:xfrm>
              <a:off x="3552443" y="2397252"/>
              <a:ext cx="273050" cy="521334"/>
            </a:xfrm>
            <a:custGeom>
              <a:avLst/>
              <a:gdLst/>
              <a:ahLst/>
              <a:cxnLst/>
              <a:rect l="l" t="t" r="r" b="b"/>
              <a:pathLst>
                <a:path w="273050" h="521335">
                  <a:moveTo>
                    <a:pt x="136397" y="0"/>
                  </a:moveTo>
                  <a:lnTo>
                    <a:pt x="0" y="0"/>
                  </a:lnTo>
                  <a:lnTo>
                    <a:pt x="136397" y="260603"/>
                  </a:lnTo>
                  <a:lnTo>
                    <a:pt x="0" y="521208"/>
                  </a:lnTo>
                  <a:lnTo>
                    <a:pt x="136397" y="521208"/>
                  </a:lnTo>
                  <a:lnTo>
                    <a:pt x="272795" y="260603"/>
                  </a:lnTo>
                  <a:lnTo>
                    <a:pt x="13639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40835" y="2397252"/>
              <a:ext cx="2575560" cy="521334"/>
            </a:xfrm>
            <a:custGeom>
              <a:avLst/>
              <a:gdLst/>
              <a:ahLst/>
              <a:cxnLst/>
              <a:rect l="l" t="t" r="r" b="b"/>
              <a:pathLst>
                <a:path w="2575560" h="521335">
                  <a:moveTo>
                    <a:pt x="2314955" y="0"/>
                  </a:moveTo>
                  <a:lnTo>
                    <a:pt x="0" y="0"/>
                  </a:lnTo>
                  <a:lnTo>
                    <a:pt x="260603" y="260603"/>
                  </a:lnTo>
                  <a:lnTo>
                    <a:pt x="0" y="521208"/>
                  </a:lnTo>
                  <a:lnTo>
                    <a:pt x="2314955" y="521208"/>
                  </a:lnTo>
                  <a:lnTo>
                    <a:pt x="2575560" y="260603"/>
                  </a:lnTo>
                  <a:lnTo>
                    <a:pt x="2314955" y="0"/>
                  </a:lnTo>
                  <a:close/>
                </a:path>
              </a:pathLst>
            </a:custGeom>
            <a:solidFill>
              <a:srgbClr val="D77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40835" y="2397252"/>
              <a:ext cx="2575560" cy="521334"/>
            </a:xfrm>
            <a:custGeom>
              <a:avLst/>
              <a:gdLst/>
              <a:ahLst/>
              <a:cxnLst/>
              <a:rect l="l" t="t" r="r" b="b"/>
              <a:pathLst>
                <a:path w="2575560" h="521335">
                  <a:moveTo>
                    <a:pt x="0" y="0"/>
                  </a:moveTo>
                  <a:lnTo>
                    <a:pt x="2314955" y="0"/>
                  </a:lnTo>
                  <a:lnTo>
                    <a:pt x="2575560" y="260603"/>
                  </a:lnTo>
                  <a:lnTo>
                    <a:pt x="2314955" y="521208"/>
                  </a:lnTo>
                  <a:lnTo>
                    <a:pt x="0" y="521208"/>
                  </a:lnTo>
                  <a:lnTo>
                    <a:pt x="260603" y="26060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2504" y="2141601"/>
              <a:ext cx="4058285" cy="78320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5773" y="2177034"/>
              <a:ext cx="1214755" cy="218440"/>
            </a:xfrm>
            <a:custGeom>
              <a:avLst/>
              <a:gdLst/>
              <a:ahLst/>
              <a:cxnLst/>
              <a:rect l="l" t="t" r="r" b="b"/>
              <a:pathLst>
                <a:path w="1214754" h="218439">
                  <a:moveTo>
                    <a:pt x="0" y="217931"/>
                  </a:moveTo>
                  <a:lnTo>
                    <a:pt x="1426" y="175510"/>
                  </a:lnTo>
                  <a:lnTo>
                    <a:pt x="5318" y="140874"/>
                  </a:lnTo>
                  <a:lnTo>
                    <a:pt x="11090" y="117526"/>
                  </a:lnTo>
                  <a:lnTo>
                    <a:pt x="18161" y="108965"/>
                  </a:lnTo>
                  <a:lnTo>
                    <a:pt x="589152" y="108965"/>
                  </a:lnTo>
                  <a:lnTo>
                    <a:pt x="596223" y="100405"/>
                  </a:lnTo>
                  <a:lnTo>
                    <a:pt x="601995" y="77057"/>
                  </a:lnTo>
                  <a:lnTo>
                    <a:pt x="605887" y="42421"/>
                  </a:lnTo>
                  <a:lnTo>
                    <a:pt x="607313" y="0"/>
                  </a:lnTo>
                  <a:lnTo>
                    <a:pt x="608740" y="42421"/>
                  </a:lnTo>
                  <a:lnTo>
                    <a:pt x="612632" y="77057"/>
                  </a:lnTo>
                  <a:lnTo>
                    <a:pt x="618404" y="100405"/>
                  </a:lnTo>
                  <a:lnTo>
                    <a:pt x="625475" y="108965"/>
                  </a:lnTo>
                  <a:lnTo>
                    <a:pt x="1196466" y="108965"/>
                  </a:lnTo>
                  <a:lnTo>
                    <a:pt x="1203537" y="117526"/>
                  </a:lnTo>
                  <a:lnTo>
                    <a:pt x="1209309" y="140874"/>
                  </a:lnTo>
                  <a:lnTo>
                    <a:pt x="1213201" y="175510"/>
                  </a:lnTo>
                  <a:lnTo>
                    <a:pt x="1214627" y="217931"/>
                  </a:lnTo>
                </a:path>
              </a:pathLst>
            </a:custGeom>
            <a:ln w="1904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3787132" y="4361666"/>
            <a:ext cx="5116195" cy="2399030"/>
            <a:chOff x="3787132" y="4361666"/>
            <a:chExt cx="5116195" cy="239903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7132" y="4361666"/>
              <a:ext cx="5116084" cy="239882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7724" y="4507992"/>
              <a:ext cx="4725924" cy="21610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5240" y="4379976"/>
              <a:ext cx="5044440" cy="232714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825240" y="4379976"/>
              <a:ext cx="5044440" cy="2327275"/>
            </a:xfrm>
            <a:custGeom>
              <a:avLst/>
              <a:gdLst/>
              <a:ahLst/>
              <a:cxnLst/>
              <a:rect l="l" t="t" r="r" b="b"/>
              <a:pathLst>
                <a:path w="5044440" h="2327275">
                  <a:moveTo>
                    <a:pt x="0" y="387857"/>
                  </a:moveTo>
                  <a:lnTo>
                    <a:pt x="3021" y="339197"/>
                  </a:lnTo>
                  <a:lnTo>
                    <a:pt x="11843" y="292343"/>
                  </a:lnTo>
                  <a:lnTo>
                    <a:pt x="26102" y="247658"/>
                  </a:lnTo>
                  <a:lnTo>
                    <a:pt x="45435" y="205505"/>
                  </a:lnTo>
                  <a:lnTo>
                    <a:pt x="69480" y="166248"/>
                  </a:lnTo>
                  <a:lnTo>
                    <a:pt x="97872" y="130249"/>
                  </a:lnTo>
                  <a:lnTo>
                    <a:pt x="130249" y="97872"/>
                  </a:lnTo>
                  <a:lnTo>
                    <a:pt x="166248" y="69480"/>
                  </a:lnTo>
                  <a:lnTo>
                    <a:pt x="205505" y="45435"/>
                  </a:lnTo>
                  <a:lnTo>
                    <a:pt x="247658" y="26102"/>
                  </a:lnTo>
                  <a:lnTo>
                    <a:pt x="292343" y="11843"/>
                  </a:lnTo>
                  <a:lnTo>
                    <a:pt x="339197" y="3021"/>
                  </a:lnTo>
                  <a:lnTo>
                    <a:pt x="387858" y="0"/>
                  </a:lnTo>
                  <a:lnTo>
                    <a:pt x="4656582" y="0"/>
                  </a:lnTo>
                  <a:lnTo>
                    <a:pt x="4705242" y="3021"/>
                  </a:lnTo>
                  <a:lnTo>
                    <a:pt x="4752096" y="11843"/>
                  </a:lnTo>
                  <a:lnTo>
                    <a:pt x="4796781" y="26102"/>
                  </a:lnTo>
                  <a:lnTo>
                    <a:pt x="4838934" y="45435"/>
                  </a:lnTo>
                  <a:lnTo>
                    <a:pt x="4878191" y="69480"/>
                  </a:lnTo>
                  <a:lnTo>
                    <a:pt x="4914190" y="97872"/>
                  </a:lnTo>
                  <a:lnTo>
                    <a:pt x="4946567" y="130249"/>
                  </a:lnTo>
                  <a:lnTo>
                    <a:pt x="4974959" y="166248"/>
                  </a:lnTo>
                  <a:lnTo>
                    <a:pt x="4999004" y="205505"/>
                  </a:lnTo>
                  <a:lnTo>
                    <a:pt x="5018337" y="247658"/>
                  </a:lnTo>
                  <a:lnTo>
                    <a:pt x="5032596" y="292343"/>
                  </a:lnTo>
                  <a:lnTo>
                    <a:pt x="5041418" y="339197"/>
                  </a:lnTo>
                  <a:lnTo>
                    <a:pt x="5044440" y="387857"/>
                  </a:lnTo>
                  <a:lnTo>
                    <a:pt x="5044440" y="1939277"/>
                  </a:lnTo>
                  <a:lnTo>
                    <a:pt x="5041418" y="1987930"/>
                  </a:lnTo>
                  <a:lnTo>
                    <a:pt x="5032596" y="2034779"/>
                  </a:lnTo>
                  <a:lnTo>
                    <a:pt x="5018337" y="2079462"/>
                  </a:lnTo>
                  <a:lnTo>
                    <a:pt x="4999004" y="2121615"/>
                  </a:lnTo>
                  <a:lnTo>
                    <a:pt x="4974959" y="2160874"/>
                  </a:lnTo>
                  <a:lnTo>
                    <a:pt x="4946567" y="2196875"/>
                  </a:lnTo>
                  <a:lnTo>
                    <a:pt x="4914190" y="2229256"/>
                  </a:lnTo>
                  <a:lnTo>
                    <a:pt x="4878191" y="2257653"/>
                  </a:lnTo>
                  <a:lnTo>
                    <a:pt x="4838934" y="2281702"/>
                  </a:lnTo>
                  <a:lnTo>
                    <a:pt x="4796781" y="2301039"/>
                  </a:lnTo>
                  <a:lnTo>
                    <a:pt x="4752096" y="2315301"/>
                  </a:lnTo>
                  <a:lnTo>
                    <a:pt x="4705242" y="2324125"/>
                  </a:lnTo>
                  <a:lnTo>
                    <a:pt x="4656582" y="2327148"/>
                  </a:lnTo>
                  <a:lnTo>
                    <a:pt x="387858" y="2327148"/>
                  </a:lnTo>
                  <a:lnTo>
                    <a:pt x="339197" y="2324125"/>
                  </a:lnTo>
                  <a:lnTo>
                    <a:pt x="292343" y="2315301"/>
                  </a:lnTo>
                  <a:lnTo>
                    <a:pt x="247658" y="2301039"/>
                  </a:lnTo>
                  <a:lnTo>
                    <a:pt x="205505" y="2281702"/>
                  </a:lnTo>
                  <a:lnTo>
                    <a:pt x="166248" y="2257653"/>
                  </a:lnTo>
                  <a:lnTo>
                    <a:pt x="130249" y="2229256"/>
                  </a:lnTo>
                  <a:lnTo>
                    <a:pt x="97872" y="2196875"/>
                  </a:lnTo>
                  <a:lnTo>
                    <a:pt x="69480" y="2160874"/>
                  </a:lnTo>
                  <a:lnTo>
                    <a:pt x="45435" y="2121615"/>
                  </a:lnTo>
                  <a:lnTo>
                    <a:pt x="26102" y="2079462"/>
                  </a:lnTo>
                  <a:lnTo>
                    <a:pt x="11843" y="2034779"/>
                  </a:lnTo>
                  <a:lnTo>
                    <a:pt x="3021" y="1987930"/>
                  </a:lnTo>
                  <a:lnTo>
                    <a:pt x="0" y="1939277"/>
                  </a:lnTo>
                  <a:lnTo>
                    <a:pt x="0" y="387857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577966" y="4565344"/>
            <a:ext cx="15392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Ventajas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del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Agile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18915" y="4992751"/>
            <a:ext cx="4462780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Fomenta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entrega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frecuente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valor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Feedback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temprano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cambios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bienvenidos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Comunicación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equipos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Involucración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áreas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negocio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(Compromiso)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Medir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velocidad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equipos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Mejora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continua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(retrospectivas)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659123" y="3342513"/>
            <a:ext cx="5084445" cy="760730"/>
            <a:chOff x="3659123" y="3342513"/>
            <a:chExt cx="5084445" cy="760730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9444" y="3617384"/>
              <a:ext cx="1258824" cy="47190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9283" y="3629576"/>
              <a:ext cx="1258824" cy="47190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9123" y="3631100"/>
              <a:ext cx="1260348" cy="47190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2839" y="3600620"/>
              <a:ext cx="1260348" cy="47190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688841" y="3362706"/>
              <a:ext cx="3693160" cy="224154"/>
            </a:xfrm>
            <a:custGeom>
              <a:avLst/>
              <a:gdLst/>
              <a:ahLst/>
              <a:cxnLst/>
              <a:rect l="l" t="t" r="r" b="b"/>
              <a:pathLst>
                <a:path w="3693159" h="224154">
                  <a:moveTo>
                    <a:pt x="0" y="224028"/>
                  </a:moveTo>
                  <a:lnTo>
                    <a:pt x="1315" y="184898"/>
                  </a:lnTo>
                  <a:lnTo>
                    <a:pt x="4905" y="152923"/>
                  </a:lnTo>
                  <a:lnTo>
                    <a:pt x="10233" y="131355"/>
                  </a:lnTo>
                  <a:lnTo>
                    <a:pt x="16763" y="123444"/>
                  </a:lnTo>
                  <a:lnTo>
                    <a:pt x="544830" y="123444"/>
                  </a:lnTo>
                  <a:lnTo>
                    <a:pt x="551360" y="115532"/>
                  </a:lnTo>
                  <a:lnTo>
                    <a:pt x="556688" y="93964"/>
                  </a:lnTo>
                  <a:lnTo>
                    <a:pt x="560278" y="61989"/>
                  </a:lnTo>
                  <a:lnTo>
                    <a:pt x="561594" y="22860"/>
                  </a:lnTo>
                  <a:lnTo>
                    <a:pt x="562909" y="61989"/>
                  </a:lnTo>
                  <a:lnTo>
                    <a:pt x="566499" y="93964"/>
                  </a:lnTo>
                  <a:lnTo>
                    <a:pt x="571827" y="115532"/>
                  </a:lnTo>
                  <a:lnTo>
                    <a:pt x="578358" y="123444"/>
                  </a:lnTo>
                  <a:lnTo>
                    <a:pt x="1106424" y="123444"/>
                  </a:lnTo>
                  <a:lnTo>
                    <a:pt x="1112954" y="131355"/>
                  </a:lnTo>
                  <a:lnTo>
                    <a:pt x="1118282" y="152923"/>
                  </a:lnTo>
                  <a:lnTo>
                    <a:pt x="1121872" y="184898"/>
                  </a:lnTo>
                  <a:lnTo>
                    <a:pt x="1123188" y="224028"/>
                  </a:lnTo>
                </a:path>
                <a:path w="3693159" h="224154">
                  <a:moveTo>
                    <a:pt x="1240536" y="211836"/>
                  </a:moveTo>
                  <a:lnTo>
                    <a:pt x="1241851" y="172706"/>
                  </a:lnTo>
                  <a:lnTo>
                    <a:pt x="1245441" y="140731"/>
                  </a:lnTo>
                  <a:lnTo>
                    <a:pt x="1250769" y="119163"/>
                  </a:lnTo>
                  <a:lnTo>
                    <a:pt x="1257300" y="111252"/>
                  </a:lnTo>
                  <a:lnTo>
                    <a:pt x="1786128" y="111252"/>
                  </a:lnTo>
                  <a:lnTo>
                    <a:pt x="1792658" y="103340"/>
                  </a:lnTo>
                  <a:lnTo>
                    <a:pt x="1797986" y="81772"/>
                  </a:lnTo>
                  <a:lnTo>
                    <a:pt x="1801576" y="49797"/>
                  </a:lnTo>
                  <a:lnTo>
                    <a:pt x="1802892" y="10668"/>
                  </a:lnTo>
                  <a:lnTo>
                    <a:pt x="1804207" y="49797"/>
                  </a:lnTo>
                  <a:lnTo>
                    <a:pt x="1807797" y="81772"/>
                  </a:lnTo>
                  <a:lnTo>
                    <a:pt x="1813125" y="103340"/>
                  </a:lnTo>
                  <a:lnTo>
                    <a:pt x="1819656" y="111252"/>
                  </a:lnTo>
                  <a:lnTo>
                    <a:pt x="2348484" y="111252"/>
                  </a:lnTo>
                  <a:lnTo>
                    <a:pt x="2355014" y="119163"/>
                  </a:lnTo>
                  <a:lnTo>
                    <a:pt x="2360342" y="140731"/>
                  </a:lnTo>
                  <a:lnTo>
                    <a:pt x="2363932" y="172706"/>
                  </a:lnTo>
                  <a:lnTo>
                    <a:pt x="2365248" y="211836"/>
                  </a:lnTo>
                </a:path>
                <a:path w="3693159" h="224154">
                  <a:moveTo>
                    <a:pt x="2569464" y="201168"/>
                  </a:moveTo>
                  <a:lnTo>
                    <a:pt x="2570779" y="162038"/>
                  </a:lnTo>
                  <a:lnTo>
                    <a:pt x="2574369" y="130063"/>
                  </a:lnTo>
                  <a:lnTo>
                    <a:pt x="2579697" y="108495"/>
                  </a:lnTo>
                  <a:lnTo>
                    <a:pt x="2586228" y="100584"/>
                  </a:lnTo>
                  <a:lnTo>
                    <a:pt x="3114293" y="100584"/>
                  </a:lnTo>
                  <a:lnTo>
                    <a:pt x="3120824" y="92672"/>
                  </a:lnTo>
                  <a:lnTo>
                    <a:pt x="3126152" y="71104"/>
                  </a:lnTo>
                  <a:lnTo>
                    <a:pt x="3129742" y="39129"/>
                  </a:lnTo>
                  <a:lnTo>
                    <a:pt x="3131058" y="0"/>
                  </a:lnTo>
                  <a:lnTo>
                    <a:pt x="3132373" y="39129"/>
                  </a:lnTo>
                  <a:lnTo>
                    <a:pt x="3135963" y="71104"/>
                  </a:lnTo>
                  <a:lnTo>
                    <a:pt x="3141291" y="92672"/>
                  </a:lnTo>
                  <a:lnTo>
                    <a:pt x="3147822" y="100584"/>
                  </a:lnTo>
                  <a:lnTo>
                    <a:pt x="3675888" y="100584"/>
                  </a:lnTo>
                  <a:lnTo>
                    <a:pt x="3682418" y="108495"/>
                  </a:lnTo>
                  <a:lnTo>
                    <a:pt x="3687746" y="130063"/>
                  </a:lnTo>
                  <a:lnTo>
                    <a:pt x="3691336" y="162038"/>
                  </a:lnTo>
                  <a:lnTo>
                    <a:pt x="3692652" y="201168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86650" y="3352038"/>
              <a:ext cx="1125220" cy="201295"/>
            </a:xfrm>
            <a:custGeom>
              <a:avLst/>
              <a:gdLst/>
              <a:ahLst/>
              <a:cxnLst/>
              <a:rect l="l" t="t" r="r" b="b"/>
              <a:pathLst>
                <a:path w="1125220" h="201295">
                  <a:moveTo>
                    <a:pt x="0" y="201167"/>
                  </a:moveTo>
                  <a:lnTo>
                    <a:pt x="1315" y="162038"/>
                  </a:lnTo>
                  <a:lnTo>
                    <a:pt x="4905" y="130063"/>
                  </a:lnTo>
                  <a:lnTo>
                    <a:pt x="10233" y="108495"/>
                  </a:lnTo>
                  <a:lnTo>
                    <a:pt x="16764" y="100584"/>
                  </a:lnTo>
                  <a:lnTo>
                    <a:pt x="545592" y="100584"/>
                  </a:lnTo>
                  <a:lnTo>
                    <a:pt x="552122" y="92672"/>
                  </a:lnTo>
                  <a:lnTo>
                    <a:pt x="557450" y="71104"/>
                  </a:lnTo>
                  <a:lnTo>
                    <a:pt x="561040" y="39129"/>
                  </a:lnTo>
                  <a:lnTo>
                    <a:pt x="562355" y="0"/>
                  </a:lnTo>
                  <a:lnTo>
                    <a:pt x="563671" y="39129"/>
                  </a:lnTo>
                  <a:lnTo>
                    <a:pt x="567261" y="71104"/>
                  </a:lnTo>
                  <a:lnTo>
                    <a:pt x="572589" y="92672"/>
                  </a:lnTo>
                  <a:lnTo>
                    <a:pt x="579120" y="100584"/>
                  </a:lnTo>
                  <a:lnTo>
                    <a:pt x="1107948" y="100584"/>
                  </a:lnTo>
                  <a:lnTo>
                    <a:pt x="1114478" y="108495"/>
                  </a:lnTo>
                  <a:lnTo>
                    <a:pt x="1119806" y="130063"/>
                  </a:lnTo>
                  <a:lnTo>
                    <a:pt x="1123396" y="162038"/>
                  </a:lnTo>
                  <a:lnTo>
                    <a:pt x="1124711" y="201167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26163" y="2101151"/>
            <a:ext cx="1639570" cy="915669"/>
            <a:chOff x="5626163" y="2101151"/>
            <a:chExt cx="1639570" cy="91566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5752" y="2110740"/>
              <a:ext cx="1620011" cy="8363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30926" y="2105914"/>
              <a:ext cx="1630045" cy="906144"/>
            </a:xfrm>
            <a:custGeom>
              <a:avLst/>
              <a:gdLst/>
              <a:ahLst/>
              <a:cxnLst/>
              <a:rect l="l" t="t" r="r" b="b"/>
              <a:pathLst>
                <a:path w="1630045" h="906144">
                  <a:moveTo>
                    <a:pt x="0" y="905637"/>
                  </a:moveTo>
                  <a:lnTo>
                    <a:pt x="1629537" y="905637"/>
                  </a:lnTo>
                  <a:lnTo>
                    <a:pt x="1629537" y="0"/>
                  </a:lnTo>
                  <a:lnTo>
                    <a:pt x="0" y="0"/>
                  </a:lnTo>
                  <a:lnTo>
                    <a:pt x="0" y="9056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626163" y="3079559"/>
            <a:ext cx="1639570" cy="938530"/>
            <a:chOff x="5626163" y="3079559"/>
            <a:chExt cx="1639570" cy="9385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5752" y="3089148"/>
              <a:ext cx="1610859" cy="91897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30926" y="3084322"/>
              <a:ext cx="1630045" cy="929005"/>
            </a:xfrm>
            <a:custGeom>
              <a:avLst/>
              <a:gdLst/>
              <a:ahLst/>
              <a:cxnLst/>
              <a:rect l="l" t="t" r="r" b="b"/>
              <a:pathLst>
                <a:path w="1630045" h="929004">
                  <a:moveTo>
                    <a:pt x="0" y="928496"/>
                  </a:moveTo>
                  <a:lnTo>
                    <a:pt x="1629537" y="928496"/>
                  </a:lnTo>
                  <a:lnTo>
                    <a:pt x="1629537" y="0"/>
                  </a:lnTo>
                  <a:lnTo>
                    <a:pt x="0" y="0"/>
                  </a:lnTo>
                  <a:lnTo>
                    <a:pt x="0" y="92849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626163" y="4089971"/>
            <a:ext cx="1639570" cy="883285"/>
            <a:chOff x="5626163" y="4089971"/>
            <a:chExt cx="1639570" cy="883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5752" y="4099560"/>
              <a:ext cx="1620011" cy="8457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630926" y="4094734"/>
              <a:ext cx="1630045" cy="873760"/>
            </a:xfrm>
            <a:custGeom>
              <a:avLst/>
              <a:gdLst/>
              <a:ahLst/>
              <a:cxnLst/>
              <a:rect l="l" t="t" r="r" b="b"/>
              <a:pathLst>
                <a:path w="1630045" h="873760">
                  <a:moveTo>
                    <a:pt x="0" y="873632"/>
                  </a:moveTo>
                  <a:lnTo>
                    <a:pt x="1629537" y="873632"/>
                  </a:lnTo>
                  <a:lnTo>
                    <a:pt x="1629537" y="0"/>
                  </a:lnTo>
                  <a:lnTo>
                    <a:pt x="0" y="0"/>
                  </a:lnTo>
                  <a:lnTo>
                    <a:pt x="0" y="87363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337615" y="2101151"/>
            <a:ext cx="1639570" cy="892810"/>
            <a:chOff x="7337615" y="2101151"/>
            <a:chExt cx="1639570" cy="89281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47204" y="2110740"/>
              <a:ext cx="1610859" cy="8732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42378" y="2105914"/>
              <a:ext cx="1630045" cy="883285"/>
            </a:xfrm>
            <a:custGeom>
              <a:avLst/>
              <a:gdLst/>
              <a:ahLst/>
              <a:cxnLst/>
              <a:rect l="l" t="t" r="r" b="b"/>
              <a:pathLst>
                <a:path w="1630045" h="883285">
                  <a:moveTo>
                    <a:pt x="0" y="882776"/>
                  </a:moveTo>
                  <a:lnTo>
                    <a:pt x="1629537" y="882776"/>
                  </a:lnTo>
                  <a:lnTo>
                    <a:pt x="1629537" y="0"/>
                  </a:lnTo>
                  <a:lnTo>
                    <a:pt x="0" y="0"/>
                  </a:lnTo>
                  <a:lnTo>
                    <a:pt x="0" y="88277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337615" y="3079559"/>
            <a:ext cx="1639570" cy="889635"/>
            <a:chOff x="7337615" y="3079559"/>
            <a:chExt cx="1639570" cy="88963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47204" y="3089148"/>
              <a:ext cx="1610859" cy="87020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42378" y="3084322"/>
              <a:ext cx="1630045" cy="880110"/>
            </a:xfrm>
            <a:custGeom>
              <a:avLst/>
              <a:gdLst/>
              <a:ahLst/>
              <a:cxnLst/>
              <a:rect l="l" t="t" r="r" b="b"/>
              <a:pathLst>
                <a:path w="1630045" h="880110">
                  <a:moveTo>
                    <a:pt x="0" y="879728"/>
                  </a:moveTo>
                  <a:lnTo>
                    <a:pt x="1629537" y="879728"/>
                  </a:lnTo>
                  <a:lnTo>
                    <a:pt x="1629537" y="0"/>
                  </a:lnTo>
                  <a:lnTo>
                    <a:pt x="0" y="0"/>
                  </a:lnTo>
                  <a:lnTo>
                    <a:pt x="0" y="8797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337615" y="4048823"/>
            <a:ext cx="1639570" cy="932180"/>
            <a:chOff x="7337615" y="4048823"/>
            <a:chExt cx="1639570" cy="93218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6356" y="4072173"/>
              <a:ext cx="1587977" cy="8945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342378" y="4053585"/>
              <a:ext cx="1630045" cy="922655"/>
            </a:xfrm>
            <a:custGeom>
              <a:avLst/>
              <a:gdLst/>
              <a:ahLst/>
              <a:cxnLst/>
              <a:rect l="l" t="t" r="r" b="b"/>
              <a:pathLst>
                <a:path w="1630045" h="922654">
                  <a:moveTo>
                    <a:pt x="0" y="922401"/>
                  </a:moveTo>
                  <a:lnTo>
                    <a:pt x="1629537" y="922401"/>
                  </a:lnTo>
                  <a:lnTo>
                    <a:pt x="1629537" y="0"/>
                  </a:lnTo>
                  <a:lnTo>
                    <a:pt x="0" y="0"/>
                  </a:lnTo>
                  <a:lnTo>
                    <a:pt x="0" y="9224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606677" y="100660"/>
            <a:ext cx="53073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La</a:t>
            </a:r>
            <a:r>
              <a:rPr spc="-204" dirty="0"/>
              <a:t> </a:t>
            </a:r>
            <a:r>
              <a:rPr spc="-110" dirty="0"/>
              <a:t>gestión</a:t>
            </a:r>
            <a:r>
              <a:rPr spc="-185" dirty="0"/>
              <a:t> </a:t>
            </a:r>
            <a:r>
              <a:rPr spc="-105" dirty="0"/>
              <a:t>del</a:t>
            </a:r>
            <a:r>
              <a:rPr spc="-200" dirty="0"/>
              <a:t> </a:t>
            </a:r>
            <a:r>
              <a:rPr spc="-60" dirty="0"/>
              <a:t>cambio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326121" y="1290840"/>
            <a:ext cx="4939665" cy="1245235"/>
            <a:chOff x="326121" y="1290840"/>
            <a:chExt cx="4939665" cy="124523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6121" y="1299904"/>
              <a:ext cx="4939312" cy="12360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0332" y="1290840"/>
              <a:ext cx="4111752" cy="109421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4236" y="1318259"/>
              <a:ext cx="4867656" cy="11643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4236" y="1318259"/>
              <a:ext cx="4867910" cy="1164590"/>
            </a:xfrm>
            <a:custGeom>
              <a:avLst/>
              <a:gdLst/>
              <a:ahLst/>
              <a:cxnLst/>
              <a:rect l="l" t="t" r="r" b="b"/>
              <a:pathLst>
                <a:path w="4867910" h="1164589">
                  <a:moveTo>
                    <a:pt x="0" y="194055"/>
                  </a:moveTo>
                  <a:lnTo>
                    <a:pt x="5125" y="149556"/>
                  </a:lnTo>
                  <a:lnTo>
                    <a:pt x="19723" y="108709"/>
                  </a:lnTo>
                  <a:lnTo>
                    <a:pt x="42631" y="72678"/>
                  </a:lnTo>
                  <a:lnTo>
                    <a:pt x="72683" y="42627"/>
                  </a:lnTo>
                  <a:lnTo>
                    <a:pt x="108714" y="19721"/>
                  </a:lnTo>
                  <a:lnTo>
                    <a:pt x="149560" y="5124"/>
                  </a:lnTo>
                  <a:lnTo>
                    <a:pt x="194056" y="0"/>
                  </a:lnTo>
                  <a:lnTo>
                    <a:pt x="4673600" y="0"/>
                  </a:lnTo>
                  <a:lnTo>
                    <a:pt x="4718099" y="5124"/>
                  </a:lnTo>
                  <a:lnTo>
                    <a:pt x="4758946" y="19721"/>
                  </a:lnTo>
                  <a:lnTo>
                    <a:pt x="4794977" y="42627"/>
                  </a:lnTo>
                  <a:lnTo>
                    <a:pt x="4825028" y="72678"/>
                  </a:lnTo>
                  <a:lnTo>
                    <a:pt x="4847934" y="108709"/>
                  </a:lnTo>
                  <a:lnTo>
                    <a:pt x="4862531" y="149556"/>
                  </a:lnTo>
                  <a:lnTo>
                    <a:pt x="4867656" y="194055"/>
                  </a:lnTo>
                  <a:lnTo>
                    <a:pt x="4867656" y="970279"/>
                  </a:lnTo>
                  <a:lnTo>
                    <a:pt x="4862531" y="1014779"/>
                  </a:lnTo>
                  <a:lnTo>
                    <a:pt x="4847934" y="1055626"/>
                  </a:lnTo>
                  <a:lnTo>
                    <a:pt x="4825028" y="1091657"/>
                  </a:lnTo>
                  <a:lnTo>
                    <a:pt x="4794977" y="1121708"/>
                  </a:lnTo>
                  <a:lnTo>
                    <a:pt x="4758946" y="1144614"/>
                  </a:lnTo>
                  <a:lnTo>
                    <a:pt x="4718099" y="1159211"/>
                  </a:lnTo>
                  <a:lnTo>
                    <a:pt x="4673600" y="1164336"/>
                  </a:lnTo>
                  <a:lnTo>
                    <a:pt x="194056" y="1164336"/>
                  </a:lnTo>
                  <a:lnTo>
                    <a:pt x="149560" y="1159211"/>
                  </a:lnTo>
                  <a:lnTo>
                    <a:pt x="108714" y="1144614"/>
                  </a:lnTo>
                  <a:lnTo>
                    <a:pt x="72683" y="1121708"/>
                  </a:lnTo>
                  <a:lnTo>
                    <a:pt x="42631" y="1091657"/>
                  </a:lnTo>
                  <a:lnTo>
                    <a:pt x="19723" y="1055626"/>
                  </a:lnTo>
                  <a:lnTo>
                    <a:pt x="5125" y="1014779"/>
                  </a:lnTo>
                  <a:lnTo>
                    <a:pt x="0" y="970279"/>
                  </a:lnTo>
                  <a:lnTo>
                    <a:pt x="0" y="194055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9973" y="1349120"/>
            <a:ext cx="3801110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1664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Objetivos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Asegurar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adopción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soluciones</a:t>
            </a:r>
            <a:endParaRPr sz="1400">
              <a:latin typeface="Arial MT"/>
              <a:cs typeface="Arial MT"/>
            </a:endParaRPr>
          </a:p>
          <a:p>
            <a:pPr marL="299085" marR="5080" indent="-28702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Asumir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nuevas </a:t>
            </a:r>
            <a:r>
              <a:rPr sz="1400" spc="-10" dirty="0">
                <a:latin typeface="Arial MT"/>
                <a:cs typeface="Arial MT"/>
              </a:rPr>
              <a:t>responsabilidades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(análisis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y </a:t>
            </a:r>
            <a:r>
              <a:rPr sz="1400" spc="-10" dirty="0">
                <a:latin typeface="Arial MT"/>
                <a:cs typeface="Arial MT"/>
              </a:rPr>
              <a:t>gobierno)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71258" y="2593831"/>
            <a:ext cx="4994275" cy="2437130"/>
            <a:chOff x="271258" y="2593831"/>
            <a:chExt cx="4994275" cy="2437130"/>
          </a:xfrm>
        </p:grpSpPr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1258" y="2593831"/>
              <a:ext cx="4994175" cy="24369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904" y="2758440"/>
              <a:ext cx="4724400" cy="19476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9372" y="2612136"/>
              <a:ext cx="4922520" cy="236524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09372" y="2612136"/>
              <a:ext cx="4922520" cy="2365375"/>
            </a:xfrm>
            <a:custGeom>
              <a:avLst/>
              <a:gdLst/>
              <a:ahLst/>
              <a:cxnLst/>
              <a:rect l="l" t="t" r="r" b="b"/>
              <a:pathLst>
                <a:path w="4922520" h="2365375">
                  <a:moveTo>
                    <a:pt x="0" y="394208"/>
                  </a:moveTo>
                  <a:lnTo>
                    <a:pt x="3071" y="344766"/>
                  </a:lnTo>
                  <a:lnTo>
                    <a:pt x="12039" y="297155"/>
                  </a:lnTo>
                  <a:lnTo>
                    <a:pt x="26534" y="251745"/>
                  </a:lnTo>
                  <a:lnTo>
                    <a:pt x="46187" y="208905"/>
                  </a:lnTo>
                  <a:lnTo>
                    <a:pt x="70629" y="169004"/>
                  </a:lnTo>
                  <a:lnTo>
                    <a:pt x="99490" y="132413"/>
                  </a:lnTo>
                  <a:lnTo>
                    <a:pt x="132400" y="99501"/>
                  </a:lnTo>
                  <a:lnTo>
                    <a:pt x="168990" y="70639"/>
                  </a:lnTo>
                  <a:lnTo>
                    <a:pt x="208892" y="46194"/>
                  </a:lnTo>
                  <a:lnTo>
                    <a:pt x="251735" y="26539"/>
                  </a:lnTo>
                  <a:lnTo>
                    <a:pt x="297151" y="12041"/>
                  </a:lnTo>
                  <a:lnTo>
                    <a:pt x="344769" y="3072"/>
                  </a:lnTo>
                  <a:lnTo>
                    <a:pt x="394220" y="0"/>
                  </a:lnTo>
                  <a:lnTo>
                    <a:pt x="4528312" y="0"/>
                  </a:lnTo>
                  <a:lnTo>
                    <a:pt x="4577753" y="3072"/>
                  </a:lnTo>
                  <a:lnTo>
                    <a:pt x="4625364" y="12041"/>
                  </a:lnTo>
                  <a:lnTo>
                    <a:pt x="4670774" y="26539"/>
                  </a:lnTo>
                  <a:lnTo>
                    <a:pt x="4713614" y="46194"/>
                  </a:lnTo>
                  <a:lnTo>
                    <a:pt x="4753515" y="70639"/>
                  </a:lnTo>
                  <a:lnTo>
                    <a:pt x="4790106" y="99501"/>
                  </a:lnTo>
                  <a:lnTo>
                    <a:pt x="4823018" y="132413"/>
                  </a:lnTo>
                  <a:lnTo>
                    <a:pt x="4851880" y="169004"/>
                  </a:lnTo>
                  <a:lnTo>
                    <a:pt x="4876325" y="208905"/>
                  </a:lnTo>
                  <a:lnTo>
                    <a:pt x="4895980" y="251745"/>
                  </a:lnTo>
                  <a:lnTo>
                    <a:pt x="4910478" y="297155"/>
                  </a:lnTo>
                  <a:lnTo>
                    <a:pt x="4919447" y="344766"/>
                  </a:lnTo>
                  <a:lnTo>
                    <a:pt x="4922520" y="394208"/>
                  </a:lnTo>
                  <a:lnTo>
                    <a:pt x="4922520" y="1971039"/>
                  </a:lnTo>
                  <a:lnTo>
                    <a:pt x="4919447" y="2020481"/>
                  </a:lnTo>
                  <a:lnTo>
                    <a:pt x="4910478" y="2068092"/>
                  </a:lnTo>
                  <a:lnTo>
                    <a:pt x="4895980" y="2113502"/>
                  </a:lnTo>
                  <a:lnTo>
                    <a:pt x="4876325" y="2156342"/>
                  </a:lnTo>
                  <a:lnTo>
                    <a:pt x="4851880" y="2196243"/>
                  </a:lnTo>
                  <a:lnTo>
                    <a:pt x="4823018" y="2232834"/>
                  </a:lnTo>
                  <a:lnTo>
                    <a:pt x="4790106" y="2265746"/>
                  </a:lnTo>
                  <a:lnTo>
                    <a:pt x="4753515" y="2294608"/>
                  </a:lnTo>
                  <a:lnTo>
                    <a:pt x="4713614" y="2319053"/>
                  </a:lnTo>
                  <a:lnTo>
                    <a:pt x="4670774" y="2338708"/>
                  </a:lnTo>
                  <a:lnTo>
                    <a:pt x="4625364" y="2353206"/>
                  </a:lnTo>
                  <a:lnTo>
                    <a:pt x="4577753" y="2362175"/>
                  </a:lnTo>
                  <a:lnTo>
                    <a:pt x="4528312" y="2365247"/>
                  </a:lnTo>
                  <a:lnTo>
                    <a:pt x="394220" y="2365247"/>
                  </a:lnTo>
                  <a:lnTo>
                    <a:pt x="344769" y="2362175"/>
                  </a:lnTo>
                  <a:lnTo>
                    <a:pt x="297151" y="2353206"/>
                  </a:lnTo>
                  <a:lnTo>
                    <a:pt x="251735" y="2338708"/>
                  </a:lnTo>
                  <a:lnTo>
                    <a:pt x="208892" y="2319053"/>
                  </a:lnTo>
                  <a:lnTo>
                    <a:pt x="168990" y="2294608"/>
                  </a:lnTo>
                  <a:lnTo>
                    <a:pt x="132400" y="2265746"/>
                  </a:lnTo>
                  <a:lnTo>
                    <a:pt x="99490" y="2232834"/>
                  </a:lnTo>
                  <a:lnTo>
                    <a:pt x="70629" y="2196243"/>
                  </a:lnTo>
                  <a:lnTo>
                    <a:pt x="46187" y="2156342"/>
                  </a:lnTo>
                  <a:lnTo>
                    <a:pt x="26534" y="2113502"/>
                  </a:lnTo>
                  <a:lnTo>
                    <a:pt x="12039" y="2068092"/>
                  </a:lnTo>
                  <a:lnTo>
                    <a:pt x="3071" y="2020481"/>
                  </a:lnTo>
                  <a:lnTo>
                    <a:pt x="0" y="1971039"/>
                  </a:lnTo>
                  <a:lnTo>
                    <a:pt x="0" y="394208"/>
                  </a:lnTo>
                  <a:close/>
                </a:path>
              </a:pathLst>
            </a:custGeom>
            <a:ln w="9524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04240" y="2816479"/>
            <a:ext cx="4462780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680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Poner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foco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en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personas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Explicar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bien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porqué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(pedagogía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sobre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beneficios)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spc="-10" dirty="0">
                <a:latin typeface="Arial MT"/>
                <a:cs typeface="Arial MT"/>
              </a:rPr>
              <a:t>Formaciones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spc="-10" dirty="0">
                <a:latin typeface="Arial MT"/>
                <a:cs typeface="Arial MT"/>
              </a:rPr>
              <a:t>Acompañamiento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No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muy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disruptivo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(empatizar)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Trabajar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enfoques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incrementales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¿Cual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real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soluciones?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</a:rPr>
              <a:t>Motivos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usan.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786" y="100660"/>
            <a:ext cx="6250940" cy="1014094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053589" marR="5080" indent="-2041525">
              <a:lnSpc>
                <a:spcPts val="3460"/>
              </a:lnSpc>
              <a:spcBef>
                <a:spcPts val="935"/>
              </a:spcBef>
            </a:pPr>
            <a:r>
              <a:rPr spc="-170" dirty="0"/>
              <a:t>La</a:t>
            </a:r>
            <a:r>
              <a:rPr spc="-185" dirty="0"/>
              <a:t> </a:t>
            </a:r>
            <a:r>
              <a:rPr spc="-125" dirty="0"/>
              <a:t>importancia</a:t>
            </a:r>
            <a:r>
              <a:rPr spc="-160" dirty="0"/>
              <a:t> </a:t>
            </a:r>
            <a:r>
              <a:rPr spc="-105" dirty="0"/>
              <a:t>del</a:t>
            </a:r>
            <a:r>
              <a:rPr spc="-180" dirty="0"/>
              <a:t> </a:t>
            </a:r>
            <a:r>
              <a:rPr spc="-110" dirty="0"/>
              <a:t>primer </a:t>
            </a:r>
            <a:r>
              <a:rPr spc="-10" dirty="0"/>
              <a:t>proyecto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647" y="2858928"/>
            <a:ext cx="2510155" cy="2263775"/>
            <a:chOff x="359647" y="2858928"/>
            <a:chExt cx="2510155" cy="2263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138" y="3372612"/>
              <a:ext cx="1691371" cy="15022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0621" y="3367786"/>
              <a:ext cx="1806575" cy="1750060"/>
            </a:xfrm>
            <a:custGeom>
              <a:avLst/>
              <a:gdLst/>
              <a:ahLst/>
              <a:cxnLst/>
              <a:rect l="l" t="t" r="r" b="b"/>
              <a:pathLst>
                <a:path w="1806575" h="1750060">
                  <a:moveTo>
                    <a:pt x="0" y="1749933"/>
                  </a:moveTo>
                  <a:lnTo>
                    <a:pt x="1806320" y="1749933"/>
                  </a:lnTo>
                  <a:lnTo>
                    <a:pt x="1806320" y="0"/>
                  </a:lnTo>
                  <a:lnTo>
                    <a:pt x="0" y="0"/>
                  </a:lnTo>
                  <a:lnTo>
                    <a:pt x="0" y="17499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647" y="2858928"/>
              <a:ext cx="2510061" cy="4162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20" y="2866656"/>
              <a:ext cx="2072639" cy="4541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764" y="2877312"/>
              <a:ext cx="2438400" cy="3444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7764" y="2877312"/>
              <a:ext cx="2438400" cy="344805"/>
            </a:xfrm>
            <a:custGeom>
              <a:avLst/>
              <a:gdLst/>
              <a:ahLst/>
              <a:cxnLst/>
              <a:rect l="l" t="t" r="r" b="b"/>
              <a:pathLst>
                <a:path w="2438400" h="344805">
                  <a:moveTo>
                    <a:pt x="0" y="57403"/>
                  </a:moveTo>
                  <a:lnTo>
                    <a:pt x="4511" y="35040"/>
                  </a:lnTo>
                  <a:lnTo>
                    <a:pt x="16814" y="16795"/>
                  </a:lnTo>
                  <a:lnTo>
                    <a:pt x="35061" y="4504"/>
                  </a:lnTo>
                  <a:lnTo>
                    <a:pt x="57404" y="0"/>
                  </a:lnTo>
                  <a:lnTo>
                    <a:pt x="2380996" y="0"/>
                  </a:lnTo>
                  <a:lnTo>
                    <a:pt x="2403359" y="4504"/>
                  </a:lnTo>
                  <a:lnTo>
                    <a:pt x="2421604" y="16795"/>
                  </a:lnTo>
                  <a:lnTo>
                    <a:pt x="2433895" y="35040"/>
                  </a:lnTo>
                  <a:lnTo>
                    <a:pt x="2438400" y="57403"/>
                  </a:lnTo>
                  <a:lnTo>
                    <a:pt x="2438400" y="287020"/>
                  </a:lnTo>
                  <a:lnTo>
                    <a:pt x="2433895" y="309383"/>
                  </a:lnTo>
                  <a:lnTo>
                    <a:pt x="2421604" y="327628"/>
                  </a:lnTo>
                  <a:lnTo>
                    <a:pt x="2403359" y="339919"/>
                  </a:lnTo>
                  <a:lnTo>
                    <a:pt x="2380996" y="344424"/>
                  </a:lnTo>
                  <a:lnTo>
                    <a:pt x="57404" y="344424"/>
                  </a:lnTo>
                  <a:lnTo>
                    <a:pt x="35061" y="339919"/>
                  </a:lnTo>
                  <a:lnTo>
                    <a:pt x="16814" y="327628"/>
                  </a:lnTo>
                  <a:lnTo>
                    <a:pt x="4511" y="309383"/>
                  </a:lnTo>
                  <a:lnTo>
                    <a:pt x="0" y="287020"/>
                  </a:lnTo>
                  <a:lnTo>
                    <a:pt x="0" y="57403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0070" y="1204569"/>
            <a:ext cx="5673090" cy="196024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40"/>
              </a:spcBef>
              <a:buChar char="•"/>
              <a:tabLst>
                <a:tab pos="240665" algn="l"/>
              </a:tabLst>
            </a:pPr>
            <a:r>
              <a:rPr sz="1400" dirty="0">
                <a:latin typeface="Arial MT"/>
                <a:cs typeface="Arial MT"/>
              </a:rPr>
              <a:t>El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primer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proyecto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clave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para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facilitar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camino</a:t>
            </a:r>
            <a:endParaRPr sz="14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844"/>
              </a:spcBef>
              <a:buChar char="•"/>
              <a:tabLst>
                <a:tab pos="240665" algn="l"/>
              </a:tabLst>
            </a:pPr>
            <a:r>
              <a:rPr sz="1400" dirty="0">
                <a:latin typeface="Arial MT"/>
                <a:cs typeface="Arial MT"/>
              </a:rPr>
              <a:t>Hay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asegurar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éxito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tecnológico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adopción:</a:t>
            </a:r>
            <a:endParaRPr sz="1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325"/>
              </a:spcBef>
              <a:buChar char="•"/>
              <a:tabLst>
                <a:tab pos="698500" algn="l"/>
              </a:tabLst>
            </a:pPr>
            <a:r>
              <a:rPr sz="1400" dirty="0">
                <a:latin typeface="Arial MT"/>
                <a:cs typeface="Arial MT"/>
              </a:rPr>
              <a:t>Elegir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bien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</a:t>
            </a:r>
            <a:r>
              <a:rPr sz="1400" spc="-10" dirty="0">
                <a:latin typeface="Arial MT"/>
                <a:cs typeface="Arial MT"/>
              </a:rPr>
              <a:t> departamento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(necesidades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implicación)</a:t>
            </a:r>
            <a:endParaRPr sz="1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698500" algn="l"/>
              </a:tabLst>
            </a:pPr>
            <a:r>
              <a:rPr sz="1400" dirty="0">
                <a:latin typeface="Arial MT"/>
                <a:cs typeface="Arial MT"/>
              </a:rPr>
              <a:t>Ha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valor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tecnológicamente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complejo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(Quick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Win)</a:t>
            </a:r>
            <a:endParaRPr sz="14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Char char="•"/>
              <a:tabLst>
                <a:tab pos="698500" algn="l"/>
              </a:tabLst>
            </a:pPr>
            <a:r>
              <a:rPr sz="1400" dirty="0">
                <a:latin typeface="Arial MT"/>
                <a:cs typeface="Arial MT"/>
              </a:rPr>
              <a:t>Apoyarnos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partner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aprender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ellos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400">
              <a:latin typeface="Arial MT"/>
              <a:cs typeface="Arial MT"/>
            </a:endParaRPr>
          </a:p>
          <a:p>
            <a:pPr marL="36766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Comité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puntualidad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29296" y="5452973"/>
            <a:ext cx="11696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  <a:hlinkClick r:id="rId6"/>
              </a:rPr>
              <a:t>DEMO</a:t>
            </a:r>
            <a:endParaRPr sz="3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14472" y="3302508"/>
            <a:ext cx="1818897" cy="17819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23332" y="3378708"/>
            <a:ext cx="2324476" cy="15914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3191" y="5184647"/>
            <a:ext cx="2333244" cy="136093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14472" y="5190744"/>
            <a:ext cx="1962912" cy="14859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23332" y="5113020"/>
            <a:ext cx="1267200" cy="15236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Medir,</a:t>
            </a:r>
            <a:r>
              <a:rPr spc="-160" dirty="0"/>
              <a:t> </a:t>
            </a:r>
            <a:r>
              <a:rPr spc="-175" dirty="0"/>
              <a:t>aprender,</a:t>
            </a:r>
            <a:r>
              <a:rPr spc="-150" dirty="0"/>
              <a:t> </a:t>
            </a:r>
            <a:r>
              <a:rPr spc="-110" dirty="0"/>
              <a:t>evolucionar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460" y="1345188"/>
            <a:ext cx="3845560" cy="11480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8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Si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medimos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aprendemos</a:t>
            </a:r>
            <a:endParaRPr sz="1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Construir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BI</a:t>
            </a:r>
            <a:endParaRPr sz="1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Ceremonias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retrospectivas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8202" y="4903470"/>
            <a:ext cx="27787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 MT"/>
                <a:cs typeface="Arial MT"/>
                <a:hlinkClick r:id="rId2"/>
              </a:rPr>
              <a:t>https://retromat.org/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 MT"/>
                <a:cs typeface="Arial MT"/>
                <a:hlinkClick r:id="rId3"/>
              </a:rPr>
              <a:t>https://www.funretrospectives.com/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212" y="2634995"/>
            <a:ext cx="2884932" cy="40050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6855" y="2634995"/>
            <a:ext cx="2868168" cy="1981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24200" y="2639567"/>
            <a:ext cx="2895600" cy="39822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138" y="2551887"/>
            <a:ext cx="4649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Ciclos</a:t>
            </a:r>
            <a:r>
              <a:rPr spc="-195" dirty="0"/>
              <a:t> </a:t>
            </a:r>
            <a:r>
              <a:rPr spc="-60" dirty="0"/>
              <a:t>de</a:t>
            </a:r>
            <a:r>
              <a:rPr spc="-220" dirty="0"/>
              <a:t> </a:t>
            </a:r>
            <a:r>
              <a:rPr spc="-95" dirty="0"/>
              <a:t>evolución</a:t>
            </a:r>
          </a:p>
        </p:txBody>
      </p:sp>
      <p:sp>
        <p:nvSpPr>
          <p:cNvPr id="3" name="object 3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815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Ciclos</a:t>
            </a:r>
            <a:r>
              <a:rPr spc="-210" dirty="0"/>
              <a:t> </a:t>
            </a:r>
            <a:r>
              <a:rPr spc="-60" dirty="0"/>
              <a:t>de</a:t>
            </a:r>
            <a:r>
              <a:rPr spc="-225" dirty="0"/>
              <a:t> </a:t>
            </a:r>
            <a:r>
              <a:rPr spc="-100" dirty="0"/>
              <a:t>evolución</a:t>
            </a:r>
          </a:p>
        </p:txBody>
      </p:sp>
      <p:sp>
        <p:nvSpPr>
          <p:cNvPr id="3" name="object 3"/>
          <p:cNvSpPr/>
          <p:nvPr/>
        </p:nvSpPr>
        <p:spPr>
          <a:xfrm>
            <a:off x="2650235" y="1322832"/>
            <a:ext cx="3580129" cy="527685"/>
          </a:xfrm>
          <a:custGeom>
            <a:avLst/>
            <a:gdLst/>
            <a:ahLst/>
            <a:cxnLst/>
            <a:rect l="l" t="t" r="r" b="b"/>
            <a:pathLst>
              <a:path w="3580129" h="527685">
                <a:moveTo>
                  <a:pt x="3491991" y="0"/>
                </a:moveTo>
                <a:lnTo>
                  <a:pt x="87883" y="0"/>
                </a:lnTo>
                <a:lnTo>
                  <a:pt x="53685" y="6909"/>
                </a:lnTo>
                <a:lnTo>
                  <a:pt x="25749" y="25749"/>
                </a:lnTo>
                <a:lnTo>
                  <a:pt x="6909" y="53685"/>
                </a:lnTo>
                <a:lnTo>
                  <a:pt x="0" y="87883"/>
                </a:lnTo>
                <a:lnTo>
                  <a:pt x="0" y="439419"/>
                </a:lnTo>
                <a:lnTo>
                  <a:pt x="6909" y="473618"/>
                </a:lnTo>
                <a:lnTo>
                  <a:pt x="25749" y="501554"/>
                </a:lnTo>
                <a:lnTo>
                  <a:pt x="53685" y="520394"/>
                </a:lnTo>
                <a:lnTo>
                  <a:pt x="87883" y="527303"/>
                </a:lnTo>
                <a:lnTo>
                  <a:pt x="3491991" y="527303"/>
                </a:lnTo>
                <a:lnTo>
                  <a:pt x="3526190" y="520394"/>
                </a:lnTo>
                <a:lnTo>
                  <a:pt x="3554126" y="501554"/>
                </a:lnTo>
                <a:lnTo>
                  <a:pt x="3572966" y="473618"/>
                </a:lnTo>
                <a:lnTo>
                  <a:pt x="3579876" y="439419"/>
                </a:lnTo>
                <a:lnTo>
                  <a:pt x="3579876" y="87883"/>
                </a:lnTo>
                <a:lnTo>
                  <a:pt x="3572966" y="53685"/>
                </a:lnTo>
                <a:lnTo>
                  <a:pt x="3554126" y="25749"/>
                </a:lnTo>
                <a:lnTo>
                  <a:pt x="3526190" y="6909"/>
                </a:lnTo>
                <a:lnTo>
                  <a:pt x="3491991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50235" y="1912620"/>
            <a:ext cx="3580129" cy="528955"/>
          </a:xfrm>
          <a:custGeom>
            <a:avLst/>
            <a:gdLst/>
            <a:ahLst/>
            <a:cxnLst/>
            <a:rect l="l" t="t" r="r" b="b"/>
            <a:pathLst>
              <a:path w="3580129" h="528955">
                <a:moveTo>
                  <a:pt x="3491738" y="0"/>
                </a:moveTo>
                <a:lnTo>
                  <a:pt x="88137" y="0"/>
                </a:lnTo>
                <a:lnTo>
                  <a:pt x="53846" y="6931"/>
                </a:lnTo>
                <a:lnTo>
                  <a:pt x="25828" y="25828"/>
                </a:lnTo>
                <a:lnTo>
                  <a:pt x="6931" y="53846"/>
                </a:lnTo>
                <a:lnTo>
                  <a:pt x="0" y="88137"/>
                </a:lnTo>
                <a:lnTo>
                  <a:pt x="0" y="440689"/>
                </a:lnTo>
                <a:lnTo>
                  <a:pt x="6931" y="474981"/>
                </a:lnTo>
                <a:lnTo>
                  <a:pt x="25828" y="502999"/>
                </a:lnTo>
                <a:lnTo>
                  <a:pt x="53846" y="521896"/>
                </a:lnTo>
                <a:lnTo>
                  <a:pt x="88137" y="528827"/>
                </a:lnTo>
                <a:lnTo>
                  <a:pt x="3491738" y="528827"/>
                </a:lnTo>
                <a:lnTo>
                  <a:pt x="3526029" y="521896"/>
                </a:lnTo>
                <a:lnTo>
                  <a:pt x="3554047" y="502999"/>
                </a:lnTo>
                <a:lnTo>
                  <a:pt x="3572944" y="474981"/>
                </a:lnTo>
                <a:lnTo>
                  <a:pt x="3579876" y="440689"/>
                </a:lnTo>
                <a:lnTo>
                  <a:pt x="3579876" y="88137"/>
                </a:lnTo>
                <a:lnTo>
                  <a:pt x="3572944" y="53846"/>
                </a:lnTo>
                <a:lnTo>
                  <a:pt x="3554047" y="25828"/>
                </a:lnTo>
                <a:lnTo>
                  <a:pt x="3526029" y="6931"/>
                </a:lnTo>
                <a:lnTo>
                  <a:pt x="3491738" y="0"/>
                </a:lnTo>
                <a:close/>
              </a:path>
            </a:pathLst>
          </a:custGeom>
          <a:solidFill>
            <a:srgbClr val="E1794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650235" y="2503932"/>
            <a:ext cx="3580129" cy="3482340"/>
            <a:chOff x="2650235" y="2503932"/>
            <a:chExt cx="3580129" cy="3482340"/>
          </a:xfrm>
        </p:grpSpPr>
        <p:sp>
          <p:nvSpPr>
            <p:cNvPr id="6" name="object 6"/>
            <p:cNvSpPr/>
            <p:nvPr/>
          </p:nvSpPr>
          <p:spPr>
            <a:xfrm>
              <a:off x="2650235" y="2503932"/>
              <a:ext cx="3580129" cy="527685"/>
            </a:xfrm>
            <a:custGeom>
              <a:avLst/>
              <a:gdLst/>
              <a:ahLst/>
              <a:cxnLst/>
              <a:rect l="l" t="t" r="r" b="b"/>
              <a:pathLst>
                <a:path w="3580129" h="527685">
                  <a:moveTo>
                    <a:pt x="3491991" y="0"/>
                  </a:moveTo>
                  <a:lnTo>
                    <a:pt x="87883" y="0"/>
                  </a:lnTo>
                  <a:lnTo>
                    <a:pt x="53685" y="6909"/>
                  </a:lnTo>
                  <a:lnTo>
                    <a:pt x="25749" y="25749"/>
                  </a:lnTo>
                  <a:lnTo>
                    <a:pt x="6909" y="53685"/>
                  </a:lnTo>
                  <a:lnTo>
                    <a:pt x="0" y="87883"/>
                  </a:lnTo>
                  <a:lnTo>
                    <a:pt x="0" y="439419"/>
                  </a:lnTo>
                  <a:lnTo>
                    <a:pt x="6909" y="473618"/>
                  </a:lnTo>
                  <a:lnTo>
                    <a:pt x="25749" y="501554"/>
                  </a:lnTo>
                  <a:lnTo>
                    <a:pt x="53685" y="520394"/>
                  </a:lnTo>
                  <a:lnTo>
                    <a:pt x="87883" y="527303"/>
                  </a:lnTo>
                  <a:lnTo>
                    <a:pt x="3491991" y="527303"/>
                  </a:lnTo>
                  <a:lnTo>
                    <a:pt x="3526190" y="520394"/>
                  </a:lnTo>
                  <a:lnTo>
                    <a:pt x="3554126" y="501554"/>
                  </a:lnTo>
                  <a:lnTo>
                    <a:pt x="3572966" y="473618"/>
                  </a:lnTo>
                  <a:lnTo>
                    <a:pt x="3579876" y="439419"/>
                  </a:lnTo>
                  <a:lnTo>
                    <a:pt x="3579876" y="87883"/>
                  </a:lnTo>
                  <a:lnTo>
                    <a:pt x="3572966" y="53685"/>
                  </a:lnTo>
                  <a:lnTo>
                    <a:pt x="3554126" y="25749"/>
                  </a:lnTo>
                  <a:lnTo>
                    <a:pt x="3526190" y="6909"/>
                  </a:lnTo>
                  <a:lnTo>
                    <a:pt x="3491991" y="0"/>
                  </a:lnTo>
                  <a:close/>
                </a:path>
              </a:pathLst>
            </a:custGeom>
            <a:solidFill>
              <a:srgbClr val="CE7B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50235" y="5458967"/>
              <a:ext cx="3580129" cy="527685"/>
            </a:xfrm>
            <a:custGeom>
              <a:avLst/>
              <a:gdLst/>
              <a:ahLst/>
              <a:cxnLst/>
              <a:rect l="l" t="t" r="r" b="b"/>
              <a:pathLst>
                <a:path w="3580129" h="527685">
                  <a:moveTo>
                    <a:pt x="3491991" y="0"/>
                  </a:moveTo>
                  <a:lnTo>
                    <a:pt x="87883" y="0"/>
                  </a:lnTo>
                  <a:lnTo>
                    <a:pt x="53685" y="6909"/>
                  </a:lnTo>
                  <a:lnTo>
                    <a:pt x="25749" y="25749"/>
                  </a:lnTo>
                  <a:lnTo>
                    <a:pt x="6909" y="53685"/>
                  </a:lnTo>
                  <a:lnTo>
                    <a:pt x="0" y="87883"/>
                  </a:lnTo>
                  <a:lnTo>
                    <a:pt x="0" y="439419"/>
                  </a:lnTo>
                  <a:lnTo>
                    <a:pt x="6909" y="473629"/>
                  </a:lnTo>
                  <a:lnTo>
                    <a:pt x="25749" y="501564"/>
                  </a:lnTo>
                  <a:lnTo>
                    <a:pt x="53685" y="520397"/>
                  </a:lnTo>
                  <a:lnTo>
                    <a:pt x="87883" y="527303"/>
                  </a:lnTo>
                  <a:lnTo>
                    <a:pt x="3491991" y="527303"/>
                  </a:lnTo>
                  <a:lnTo>
                    <a:pt x="3526190" y="520397"/>
                  </a:lnTo>
                  <a:lnTo>
                    <a:pt x="3554126" y="501564"/>
                  </a:lnTo>
                  <a:lnTo>
                    <a:pt x="3572966" y="473629"/>
                  </a:lnTo>
                  <a:lnTo>
                    <a:pt x="3579876" y="439419"/>
                  </a:lnTo>
                  <a:lnTo>
                    <a:pt x="3579876" y="87883"/>
                  </a:lnTo>
                  <a:lnTo>
                    <a:pt x="3572966" y="53685"/>
                  </a:lnTo>
                  <a:lnTo>
                    <a:pt x="3554126" y="25749"/>
                  </a:lnTo>
                  <a:lnTo>
                    <a:pt x="3526190" y="6909"/>
                  </a:lnTo>
                  <a:lnTo>
                    <a:pt x="349199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650235" y="3095244"/>
            <a:ext cx="3580129" cy="527685"/>
          </a:xfrm>
          <a:custGeom>
            <a:avLst/>
            <a:gdLst/>
            <a:ahLst/>
            <a:cxnLst/>
            <a:rect l="l" t="t" r="r" b="b"/>
            <a:pathLst>
              <a:path w="3580129" h="527685">
                <a:moveTo>
                  <a:pt x="3491991" y="0"/>
                </a:moveTo>
                <a:lnTo>
                  <a:pt x="87883" y="0"/>
                </a:lnTo>
                <a:lnTo>
                  <a:pt x="53685" y="6909"/>
                </a:lnTo>
                <a:lnTo>
                  <a:pt x="25749" y="25749"/>
                </a:lnTo>
                <a:lnTo>
                  <a:pt x="6909" y="53685"/>
                </a:lnTo>
                <a:lnTo>
                  <a:pt x="0" y="87883"/>
                </a:lnTo>
                <a:lnTo>
                  <a:pt x="0" y="439419"/>
                </a:lnTo>
                <a:lnTo>
                  <a:pt x="6909" y="473618"/>
                </a:lnTo>
                <a:lnTo>
                  <a:pt x="25749" y="501554"/>
                </a:lnTo>
                <a:lnTo>
                  <a:pt x="53685" y="520394"/>
                </a:lnTo>
                <a:lnTo>
                  <a:pt x="87883" y="527303"/>
                </a:lnTo>
                <a:lnTo>
                  <a:pt x="3491991" y="527303"/>
                </a:lnTo>
                <a:lnTo>
                  <a:pt x="3526190" y="520394"/>
                </a:lnTo>
                <a:lnTo>
                  <a:pt x="3554126" y="501554"/>
                </a:lnTo>
                <a:lnTo>
                  <a:pt x="3572966" y="473618"/>
                </a:lnTo>
                <a:lnTo>
                  <a:pt x="3579876" y="439419"/>
                </a:lnTo>
                <a:lnTo>
                  <a:pt x="3579876" y="87883"/>
                </a:lnTo>
                <a:lnTo>
                  <a:pt x="3572966" y="53685"/>
                </a:lnTo>
                <a:lnTo>
                  <a:pt x="3554126" y="25749"/>
                </a:lnTo>
                <a:lnTo>
                  <a:pt x="3526190" y="6909"/>
                </a:lnTo>
                <a:lnTo>
                  <a:pt x="3491991" y="0"/>
                </a:lnTo>
                <a:close/>
              </a:path>
            </a:pathLst>
          </a:custGeom>
          <a:solidFill>
            <a:srgbClr val="C481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650235" y="3686555"/>
            <a:ext cx="3926840" cy="1118870"/>
            <a:chOff x="2650235" y="3686555"/>
            <a:chExt cx="3926840" cy="1118870"/>
          </a:xfrm>
        </p:grpSpPr>
        <p:sp>
          <p:nvSpPr>
            <p:cNvPr id="10" name="object 10"/>
            <p:cNvSpPr/>
            <p:nvPr/>
          </p:nvSpPr>
          <p:spPr>
            <a:xfrm>
              <a:off x="2650235" y="3686555"/>
              <a:ext cx="3580129" cy="527685"/>
            </a:xfrm>
            <a:custGeom>
              <a:avLst/>
              <a:gdLst/>
              <a:ahLst/>
              <a:cxnLst/>
              <a:rect l="l" t="t" r="r" b="b"/>
              <a:pathLst>
                <a:path w="3580129" h="527685">
                  <a:moveTo>
                    <a:pt x="3491991" y="0"/>
                  </a:moveTo>
                  <a:lnTo>
                    <a:pt x="87883" y="0"/>
                  </a:lnTo>
                  <a:lnTo>
                    <a:pt x="53685" y="6909"/>
                  </a:lnTo>
                  <a:lnTo>
                    <a:pt x="25749" y="25749"/>
                  </a:lnTo>
                  <a:lnTo>
                    <a:pt x="6909" y="53685"/>
                  </a:lnTo>
                  <a:lnTo>
                    <a:pt x="0" y="87884"/>
                  </a:lnTo>
                  <a:lnTo>
                    <a:pt x="0" y="439420"/>
                  </a:lnTo>
                  <a:lnTo>
                    <a:pt x="6909" y="473618"/>
                  </a:lnTo>
                  <a:lnTo>
                    <a:pt x="25749" y="501554"/>
                  </a:lnTo>
                  <a:lnTo>
                    <a:pt x="53685" y="520394"/>
                  </a:lnTo>
                  <a:lnTo>
                    <a:pt x="87883" y="527304"/>
                  </a:lnTo>
                  <a:lnTo>
                    <a:pt x="3491991" y="527304"/>
                  </a:lnTo>
                  <a:lnTo>
                    <a:pt x="3526190" y="520394"/>
                  </a:lnTo>
                  <a:lnTo>
                    <a:pt x="3554126" y="501554"/>
                  </a:lnTo>
                  <a:lnTo>
                    <a:pt x="3572966" y="473618"/>
                  </a:lnTo>
                  <a:lnTo>
                    <a:pt x="3579876" y="439420"/>
                  </a:lnTo>
                  <a:lnTo>
                    <a:pt x="3579876" y="87884"/>
                  </a:lnTo>
                  <a:lnTo>
                    <a:pt x="3572966" y="53685"/>
                  </a:lnTo>
                  <a:lnTo>
                    <a:pt x="3554126" y="25749"/>
                  </a:lnTo>
                  <a:lnTo>
                    <a:pt x="3526190" y="6909"/>
                  </a:lnTo>
                  <a:lnTo>
                    <a:pt x="3491991" y="0"/>
                  </a:lnTo>
                  <a:close/>
                </a:path>
              </a:pathLst>
            </a:custGeom>
            <a:solidFill>
              <a:srgbClr val="BB8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50235" y="4277868"/>
              <a:ext cx="3580129" cy="527685"/>
            </a:xfrm>
            <a:custGeom>
              <a:avLst/>
              <a:gdLst/>
              <a:ahLst/>
              <a:cxnLst/>
              <a:rect l="l" t="t" r="r" b="b"/>
              <a:pathLst>
                <a:path w="3580129" h="527685">
                  <a:moveTo>
                    <a:pt x="3491991" y="0"/>
                  </a:moveTo>
                  <a:lnTo>
                    <a:pt x="87883" y="0"/>
                  </a:lnTo>
                  <a:lnTo>
                    <a:pt x="53685" y="6909"/>
                  </a:lnTo>
                  <a:lnTo>
                    <a:pt x="25749" y="25749"/>
                  </a:lnTo>
                  <a:lnTo>
                    <a:pt x="6909" y="53685"/>
                  </a:lnTo>
                  <a:lnTo>
                    <a:pt x="0" y="87883"/>
                  </a:lnTo>
                  <a:lnTo>
                    <a:pt x="0" y="439419"/>
                  </a:lnTo>
                  <a:lnTo>
                    <a:pt x="6909" y="473618"/>
                  </a:lnTo>
                  <a:lnTo>
                    <a:pt x="25749" y="501554"/>
                  </a:lnTo>
                  <a:lnTo>
                    <a:pt x="53685" y="520394"/>
                  </a:lnTo>
                  <a:lnTo>
                    <a:pt x="87883" y="527303"/>
                  </a:lnTo>
                  <a:lnTo>
                    <a:pt x="3491991" y="527303"/>
                  </a:lnTo>
                  <a:lnTo>
                    <a:pt x="3526190" y="520394"/>
                  </a:lnTo>
                  <a:lnTo>
                    <a:pt x="3554126" y="501554"/>
                  </a:lnTo>
                  <a:lnTo>
                    <a:pt x="3572966" y="473618"/>
                  </a:lnTo>
                  <a:lnTo>
                    <a:pt x="3579876" y="439419"/>
                  </a:lnTo>
                  <a:lnTo>
                    <a:pt x="3579876" y="87883"/>
                  </a:lnTo>
                  <a:lnTo>
                    <a:pt x="3572966" y="53685"/>
                  </a:lnTo>
                  <a:lnTo>
                    <a:pt x="3554126" y="25749"/>
                  </a:lnTo>
                  <a:lnTo>
                    <a:pt x="3526190" y="6909"/>
                  </a:lnTo>
                  <a:lnTo>
                    <a:pt x="3491991" y="0"/>
                  </a:lnTo>
                  <a:close/>
                </a:path>
              </a:pathLst>
            </a:custGeom>
            <a:solidFill>
              <a:srgbClr val="B49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41541" y="4505705"/>
              <a:ext cx="325755" cy="0"/>
            </a:xfrm>
            <a:custGeom>
              <a:avLst/>
              <a:gdLst/>
              <a:ahLst/>
              <a:cxnLst/>
              <a:rect l="l" t="t" r="r" b="b"/>
              <a:pathLst>
                <a:path w="325754">
                  <a:moveTo>
                    <a:pt x="0" y="0"/>
                  </a:moveTo>
                  <a:lnTo>
                    <a:pt x="325628" y="0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650235" y="4867655"/>
            <a:ext cx="3580129" cy="528955"/>
          </a:xfrm>
          <a:custGeom>
            <a:avLst/>
            <a:gdLst/>
            <a:ahLst/>
            <a:cxnLst/>
            <a:rect l="l" t="t" r="r" b="b"/>
            <a:pathLst>
              <a:path w="3580129" h="528954">
                <a:moveTo>
                  <a:pt x="3491738" y="0"/>
                </a:moveTo>
                <a:lnTo>
                  <a:pt x="88137" y="0"/>
                </a:lnTo>
                <a:lnTo>
                  <a:pt x="53846" y="6931"/>
                </a:lnTo>
                <a:lnTo>
                  <a:pt x="25828" y="25828"/>
                </a:lnTo>
                <a:lnTo>
                  <a:pt x="6931" y="53846"/>
                </a:lnTo>
                <a:lnTo>
                  <a:pt x="0" y="88138"/>
                </a:lnTo>
                <a:lnTo>
                  <a:pt x="0" y="440690"/>
                </a:lnTo>
                <a:lnTo>
                  <a:pt x="6931" y="474981"/>
                </a:lnTo>
                <a:lnTo>
                  <a:pt x="25828" y="502999"/>
                </a:lnTo>
                <a:lnTo>
                  <a:pt x="53846" y="521896"/>
                </a:lnTo>
                <a:lnTo>
                  <a:pt x="88137" y="528828"/>
                </a:lnTo>
                <a:lnTo>
                  <a:pt x="3491738" y="528828"/>
                </a:lnTo>
                <a:lnTo>
                  <a:pt x="3526029" y="521896"/>
                </a:lnTo>
                <a:lnTo>
                  <a:pt x="3554047" y="502999"/>
                </a:lnTo>
                <a:lnTo>
                  <a:pt x="3572944" y="474981"/>
                </a:lnTo>
                <a:lnTo>
                  <a:pt x="3579876" y="440690"/>
                </a:lnTo>
                <a:lnTo>
                  <a:pt x="3579876" y="88138"/>
                </a:lnTo>
                <a:lnTo>
                  <a:pt x="3572944" y="53846"/>
                </a:lnTo>
                <a:lnTo>
                  <a:pt x="3554047" y="25828"/>
                </a:lnTo>
                <a:lnTo>
                  <a:pt x="3526029" y="6931"/>
                </a:lnTo>
                <a:lnTo>
                  <a:pt x="3491738" y="0"/>
                </a:lnTo>
                <a:close/>
              </a:path>
            </a:pathLst>
          </a:custGeom>
          <a:solidFill>
            <a:srgbClr val="AC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Visión</a:t>
            </a:r>
            <a:r>
              <a:rPr spc="-35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spc="-10" dirty="0"/>
              <a:t>principios</a:t>
            </a:r>
          </a:p>
          <a:p>
            <a:pPr marL="12700" marR="1979295">
              <a:lnSpc>
                <a:spcPct val="176300"/>
              </a:lnSpc>
            </a:pPr>
            <a:r>
              <a:rPr dirty="0"/>
              <a:t>Objetivos</a:t>
            </a:r>
            <a:r>
              <a:rPr spc="-110" dirty="0"/>
              <a:t> </a:t>
            </a:r>
            <a:r>
              <a:rPr spc="-10" dirty="0"/>
              <a:t>estratégicos </a:t>
            </a:r>
            <a:r>
              <a:rPr dirty="0"/>
              <a:t>Modelo</a:t>
            </a:r>
            <a:r>
              <a:rPr spc="-5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explotación </a:t>
            </a:r>
            <a:r>
              <a:rPr dirty="0"/>
              <a:t>Plan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acción Metodología</a:t>
            </a:r>
          </a:p>
          <a:p>
            <a:pPr marL="12700" marR="2408555">
              <a:lnSpc>
                <a:spcPct val="176200"/>
              </a:lnSpc>
              <a:spcBef>
                <a:spcPts val="5"/>
              </a:spcBef>
              <a:tabLst>
                <a:tab pos="904240" algn="l"/>
              </a:tabLst>
            </a:pPr>
            <a:r>
              <a:rPr dirty="0"/>
              <a:t>Gestión</a:t>
            </a:r>
            <a:r>
              <a:rPr spc="-40" dirty="0"/>
              <a:t> </a:t>
            </a:r>
            <a:r>
              <a:rPr dirty="0"/>
              <a:t>del</a:t>
            </a:r>
            <a:r>
              <a:rPr spc="-30" dirty="0"/>
              <a:t> </a:t>
            </a:r>
            <a:r>
              <a:rPr spc="-10" dirty="0"/>
              <a:t>cambio Primer</a:t>
            </a:r>
            <a:r>
              <a:rPr dirty="0"/>
              <a:t>	</a:t>
            </a:r>
            <a:r>
              <a:rPr spc="-10" dirty="0"/>
              <a:t>Proyecto</a:t>
            </a:r>
          </a:p>
          <a:p>
            <a:pPr marL="12700">
              <a:lnSpc>
                <a:spcPct val="100000"/>
              </a:lnSpc>
              <a:spcBef>
                <a:spcPts val="2014"/>
              </a:spcBef>
              <a:tabLst>
                <a:tab pos="3504565" algn="l"/>
                <a:tab pos="4592955" algn="l"/>
              </a:tabLst>
            </a:pPr>
            <a:r>
              <a:rPr spc="-25" dirty="0"/>
              <a:t>Medir,</a:t>
            </a:r>
            <a:r>
              <a:rPr spc="-55" dirty="0"/>
              <a:t> </a:t>
            </a:r>
            <a:r>
              <a:rPr spc="-25" dirty="0"/>
              <a:t>aprender,</a:t>
            </a:r>
            <a:r>
              <a:rPr spc="-60" dirty="0"/>
              <a:t> </a:t>
            </a:r>
            <a:r>
              <a:rPr spc="-10" dirty="0"/>
              <a:t>evolucionar</a:t>
            </a:r>
            <a:r>
              <a:rPr dirty="0"/>
              <a:t>	</a:t>
            </a:r>
            <a:r>
              <a:rPr u="sng" dirty="0">
                <a:uFill>
                  <a:solidFill>
                    <a:srgbClr val="C55A11"/>
                  </a:solidFill>
                </a:uFill>
              </a:rPr>
              <a:t>	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6240017" y="3861053"/>
            <a:ext cx="335915" cy="645160"/>
            <a:chOff x="6240017" y="3861053"/>
            <a:chExt cx="335915" cy="645160"/>
          </a:xfrm>
        </p:grpSpPr>
        <p:sp>
          <p:nvSpPr>
            <p:cNvPr id="16" name="object 16"/>
            <p:cNvSpPr/>
            <p:nvPr/>
          </p:nvSpPr>
          <p:spPr>
            <a:xfrm>
              <a:off x="6566153" y="3899153"/>
              <a:ext cx="0" cy="607060"/>
            </a:xfrm>
            <a:custGeom>
              <a:avLst/>
              <a:gdLst/>
              <a:ahLst/>
              <a:cxnLst/>
              <a:rect l="l" t="t" r="r" b="b"/>
              <a:pathLst>
                <a:path h="607060">
                  <a:moveTo>
                    <a:pt x="0" y="606933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0017" y="3861053"/>
              <a:ext cx="325755" cy="76200"/>
            </a:xfrm>
            <a:custGeom>
              <a:avLst/>
              <a:gdLst/>
              <a:ahLst/>
              <a:cxnLst/>
              <a:rect l="l" t="t" r="r" b="b"/>
              <a:pathLst>
                <a:path w="32575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325754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325754" h="76200">
                  <a:moveTo>
                    <a:pt x="325628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325628" y="47625"/>
                  </a:lnTo>
                  <a:lnTo>
                    <a:pt x="325628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230873" y="2798826"/>
            <a:ext cx="663575" cy="2827655"/>
            <a:chOff x="6230873" y="2798826"/>
            <a:chExt cx="663575" cy="2827655"/>
          </a:xfrm>
        </p:grpSpPr>
        <p:sp>
          <p:nvSpPr>
            <p:cNvPr id="19" name="object 19"/>
            <p:cNvSpPr/>
            <p:nvPr/>
          </p:nvSpPr>
          <p:spPr>
            <a:xfrm>
              <a:off x="6241541" y="2836926"/>
              <a:ext cx="648335" cy="2780030"/>
            </a:xfrm>
            <a:custGeom>
              <a:avLst/>
              <a:gdLst/>
              <a:ahLst/>
              <a:cxnLst/>
              <a:rect l="l" t="t" r="r" b="b"/>
              <a:pathLst>
                <a:path w="648334" h="2780029">
                  <a:moveTo>
                    <a:pt x="0" y="2779776"/>
                  </a:moveTo>
                  <a:lnTo>
                    <a:pt x="648208" y="2779776"/>
                  </a:lnTo>
                </a:path>
                <a:path w="648334" h="2780029">
                  <a:moveTo>
                    <a:pt x="643128" y="2779572"/>
                  </a:moveTo>
                  <a:lnTo>
                    <a:pt x="643128" y="0"/>
                  </a:lnTo>
                </a:path>
              </a:pathLst>
            </a:custGeom>
            <a:ln w="1905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30873" y="2798826"/>
              <a:ext cx="654050" cy="76200"/>
            </a:xfrm>
            <a:custGeom>
              <a:avLst/>
              <a:gdLst/>
              <a:ahLst/>
              <a:cxnLst/>
              <a:rect l="l" t="t" r="r" b="b"/>
              <a:pathLst>
                <a:path w="6540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654050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654050" h="76200">
                  <a:moveTo>
                    <a:pt x="6540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654050" y="47625"/>
                  </a:lnTo>
                  <a:lnTo>
                    <a:pt x="654050" y="28575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252209" y="1480566"/>
            <a:ext cx="1037590" cy="4356100"/>
            <a:chOff x="6252209" y="1480566"/>
            <a:chExt cx="1037590" cy="4356100"/>
          </a:xfrm>
        </p:grpSpPr>
        <p:sp>
          <p:nvSpPr>
            <p:cNvPr id="22" name="object 22"/>
            <p:cNvSpPr/>
            <p:nvPr/>
          </p:nvSpPr>
          <p:spPr>
            <a:xfrm>
              <a:off x="7279385" y="1518666"/>
              <a:ext cx="1270" cy="4308475"/>
            </a:xfrm>
            <a:custGeom>
              <a:avLst/>
              <a:gdLst/>
              <a:ahLst/>
              <a:cxnLst/>
              <a:rect l="l" t="t" r="r" b="b"/>
              <a:pathLst>
                <a:path w="1270" h="4308475">
                  <a:moveTo>
                    <a:pt x="0" y="4308055"/>
                  </a:moveTo>
                  <a:lnTo>
                    <a:pt x="889" y="0"/>
                  </a:lnTo>
                </a:path>
              </a:pathLst>
            </a:custGeom>
            <a:ln w="19050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2209" y="1480566"/>
              <a:ext cx="1027430" cy="76200"/>
            </a:xfrm>
            <a:custGeom>
              <a:avLst/>
              <a:gdLst/>
              <a:ahLst/>
              <a:cxnLst/>
              <a:rect l="l" t="t" r="r" b="b"/>
              <a:pathLst>
                <a:path w="10274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1027429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1027429" h="76200">
                  <a:moveTo>
                    <a:pt x="1027175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1027175" y="47625"/>
                  </a:lnTo>
                  <a:lnTo>
                    <a:pt x="1027175" y="28575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278636" y="1092676"/>
            <a:ext cx="721360" cy="2588260"/>
            <a:chOff x="1278636" y="1092676"/>
            <a:chExt cx="721360" cy="258826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194" y="1092676"/>
              <a:ext cx="475857" cy="25878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1478280"/>
              <a:ext cx="720826" cy="18181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4460" y="1110996"/>
              <a:ext cx="403859" cy="251612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94460" y="1110996"/>
              <a:ext cx="403860" cy="2516505"/>
            </a:xfrm>
            <a:custGeom>
              <a:avLst/>
              <a:gdLst/>
              <a:ahLst/>
              <a:cxnLst/>
              <a:rect l="l" t="t" r="r" b="b"/>
              <a:pathLst>
                <a:path w="403860" h="2516504">
                  <a:moveTo>
                    <a:pt x="0" y="67309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09" y="0"/>
                  </a:lnTo>
                  <a:lnTo>
                    <a:pt x="336550" y="0"/>
                  </a:lnTo>
                  <a:lnTo>
                    <a:pt x="362765" y="5284"/>
                  </a:lnTo>
                  <a:lnTo>
                    <a:pt x="384159" y="19700"/>
                  </a:lnTo>
                  <a:lnTo>
                    <a:pt x="398575" y="41094"/>
                  </a:lnTo>
                  <a:lnTo>
                    <a:pt x="403859" y="67309"/>
                  </a:lnTo>
                  <a:lnTo>
                    <a:pt x="403859" y="2448814"/>
                  </a:lnTo>
                  <a:lnTo>
                    <a:pt x="398575" y="2475029"/>
                  </a:lnTo>
                  <a:lnTo>
                    <a:pt x="384159" y="2496423"/>
                  </a:lnTo>
                  <a:lnTo>
                    <a:pt x="362765" y="2510839"/>
                  </a:lnTo>
                  <a:lnTo>
                    <a:pt x="336550" y="2516123"/>
                  </a:lnTo>
                  <a:lnTo>
                    <a:pt x="67309" y="2516123"/>
                  </a:lnTo>
                  <a:lnTo>
                    <a:pt x="41094" y="2510839"/>
                  </a:lnTo>
                  <a:lnTo>
                    <a:pt x="19700" y="2496423"/>
                  </a:lnTo>
                  <a:lnTo>
                    <a:pt x="5284" y="2475029"/>
                  </a:lnTo>
                  <a:lnTo>
                    <a:pt x="0" y="2448814"/>
                  </a:lnTo>
                  <a:lnTo>
                    <a:pt x="0" y="67309"/>
                  </a:lnTo>
                  <a:close/>
                </a:path>
              </a:pathLst>
            </a:custGeom>
            <a:ln w="9525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422189" y="1671029"/>
            <a:ext cx="366395" cy="13976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10" dirty="0">
                <a:latin typeface="Arial MT"/>
                <a:cs typeface="Arial MT"/>
              </a:rPr>
              <a:t>Estrategia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83208" y="3663708"/>
            <a:ext cx="721360" cy="2606040"/>
            <a:chOff x="1283208" y="3663708"/>
            <a:chExt cx="721360" cy="260604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1788" y="3663708"/>
              <a:ext cx="493814" cy="26060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3208" y="4084332"/>
              <a:ext cx="720826" cy="17663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9032" y="3691127"/>
              <a:ext cx="403860" cy="251612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399032" y="3691127"/>
              <a:ext cx="403860" cy="2516505"/>
            </a:xfrm>
            <a:custGeom>
              <a:avLst/>
              <a:gdLst/>
              <a:ahLst/>
              <a:cxnLst/>
              <a:rect l="l" t="t" r="r" b="b"/>
              <a:pathLst>
                <a:path w="403860" h="2516504">
                  <a:moveTo>
                    <a:pt x="0" y="67310"/>
                  </a:moveTo>
                  <a:lnTo>
                    <a:pt x="5284" y="41094"/>
                  </a:lnTo>
                  <a:lnTo>
                    <a:pt x="19700" y="19700"/>
                  </a:lnTo>
                  <a:lnTo>
                    <a:pt x="41094" y="5284"/>
                  </a:lnTo>
                  <a:lnTo>
                    <a:pt x="67309" y="0"/>
                  </a:lnTo>
                  <a:lnTo>
                    <a:pt x="336550" y="0"/>
                  </a:lnTo>
                  <a:lnTo>
                    <a:pt x="362765" y="5284"/>
                  </a:lnTo>
                  <a:lnTo>
                    <a:pt x="384159" y="19700"/>
                  </a:lnTo>
                  <a:lnTo>
                    <a:pt x="398575" y="41094"/>
                  </a:lnTo>
                  <a:lnTo>
                    <a:pt x="403860" y="67310"/>
                  </a:lnTo>
                  <a:lnTo>
                    <a:pt x="403860" y="2448814"/>
                  </a:lnTo>
                  <a:lnTo>
                    <a:pt x="398575" y="2475013"/>
                  </a:lnTo>
                  <a:lnTo>
                    <a:pt x="384159" y="2496408"/>
                  </a:lnTo>
                  <a:lnTo>
                    <a:pt x="362765" y="2510834"/>
                  </a:lnTo>
                  <a:lnTo>
                    <a:pt x="336550" y="2516124"/>
                  </a:lnTo>
                  <a:lnTo>
                    <a:pt x="67309" y="2516124"/>
                  </a:lnTo>
                  <a:lnTo>
                    <a:pt x="41094" y="2510834"/>
                  </a:lnTo>
                  <a:lnTo>
                    <a:pt x="19700" y="2496408"/>
                  </a:lnTo>
                  <a:lnTo>
                    <a:pt x="5284" y="2475013"/>
                  </a:lnTo>
                  <a:lnTo>
                    <a:pt x="0" y="2448814"/>
                  </a:lnTo>
                  <a:lnTo>
                    <a:pt x="0" y="67310"/>
                  </a:lnTo>
                  <a:close/>
                </a:path>
              </a:pathLst>
            </a:custGeom>
            <a:ln w="9525">
              <a:solidFill>
                <a:srgbClr val="748D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426485" y="4277648"/>
            <a:ext cx="366395" cy="1346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10" dirty="0">
                <a:latin typeface="Arial MT"/>
                <a:cs typeface="Arial MT"/>
              </a:rPr>
              <a:t>Ejecución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0623" y="2551887"/>
            <a:ext cx="32238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Conclusiones</a:t>
            </a:r>
          </a:p>
        </p:txBody>
      </p:sp>
      <p:sp>
        <p:nvSpPr>
          <p:cNvPr id="3" name="object 3"/>
          <p:cNvSpPr/>
          <p:nvPr/>
        </p:nvSpPr>
        <p:spPr>
          <a:xfrm>
            <a:off x="6233159" y="3345179"/>
            <a:ext cx="2910840" cy="3512820"/>
          </a:xfrm>
          <a:custGeom>
            <a:avLst/>
            <a:gdLst/>
            <a:ahLst/>
            <a:cxnLst/>
            <a:rect l="l" t="t" r="r" b="b"/>
            <a:pathLst>
              <a:path w="2910840" h="3512820">
                <a:moveTo>
                  <a:pt x="2910840" y="0"/>
                </a:moveTo>
                <a:lnTo>
                  <a:pt x="0" y="3512819"/>
                </a:lnTo>
                <a:lnTo>
                  <a:pt x="2910840" y="3512819"/>
                </a:lnTo>
                <a:lnTo>
                  <a:pt x="291084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1895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Conclusiones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621" y="1594104"/>
            <a:ext cx="8001000" cy="263588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Debemos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alinear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estrategia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objetivos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organización.</a:t>
            </a:r>
            <a:endParaRPr sz="1800">
              <a:latin typeface="Arial MT"/>
              <a:cs typeface="Arial MT"/>
            </a:endParaRPr>
          </a:p>
          <a:p>
            <a:pPr marL="241300" marR="450850" indent="-228600">
              <a:lnSpc>
                <a:spcPts val="1939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gobierno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implantar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forma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progresiva,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un </a:t>
            </a:r>
            <a:r>
              <a:rPr sz="1800" dirty="0">
                <a:latin typeface="Arial MT"/>
                <a:cs typeface="Arial MT"/>
              </a:rPr>
              <a:t>enfoque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incremental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apalancado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sobre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diferentes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casos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uso.</a:t>
            </a:r>
            <a:endParaRPr sz="1800">
              <a:latin typeface="Arial MT"/>
              <a:cs typeface="Arial MT"/>
            </a:endParaRPr>
          </a:p>
          <a:p>
            <a:pPr marL="241300" marR="185420" indent="-228600">
              <a:lnSpc>
                <a:spcPts val="1939"/>
              </a:lnSpc>
              <a:spcBef>
                <a:spcPts val="1020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 MT"/>
                <a:cs typeface="Arial MT"/>
              </a:rPr>
              <a:t>Debemos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definir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metodologías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concretas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ejecución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cada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bloque </a:t>
            </a:r>
            <a:r>
              <a:rPr sz="1800" dirty="0">
                <a:latin typeface="Arial MT"/>
                <a:cs typeface="Arial MT"/>
              </a:rPr>
              <a:t>analítico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evolucionarlas.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ts val="2055"/>
              </a:lnSpc>
              <a:spcBef>
                <a:spcPts val="75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Implantar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enfoque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aumenta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éxito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desarrollos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través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la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ts val="2055"/>
              </a:lnSpc>
            </a:pPr>
            <a:r>
              <a:rPr sz="1800" dirty="0">
                <a:latin typeface="Arial MT"/>
                <a:cs typeface="Arial MT"/>
              </a:rPr>
              <a:t>entrega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frecuente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feedback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temprano.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gestión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cambio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trabaja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día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día.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9863" y="3271215"/>
            <a:ext cx="33540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  <a:hlinkClick r:id="rId2"/>
              </a:rPr>
              <a:t>www.linkedin.com/in/josecbermejo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1493</Words>
  <Application>Microsoft Office PowerPoint</Application>
  <PresentationFormat>Presentación en pantalla (4:3)</PresentationFormat>
  <Paragraphs>436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Arial</vt:lpstr>
      <vt:lpstr>Arial MT</vt:lpstr>
      <vt:lpstr>Calibri</vt:lpstr>
      <vt:lpstr>Gill Sans MT</vt:lpstr>
      <vt:lpstr>Times New Roman</vt:lpstr>
      <vt:lpstr>Trebuchet MS</vt:lpstr>
      <vt:lpstr>Verdana</vt:lpstr>
      <vt:lpstr>Office Theme</vt:lpstr>
      <vt:lpstr>Cómo definir y ejecutar tu estrategia de datos</vt:lpstr>
      <vt:lpstr>Índice</vt:lpstr>
      <vt:lpstr>La importancia de los datos</vt:lpstr>
      <vt:lpstr>La importancia de los datos</vt:lpstr>
      <vt:lpstr>Organizaciones Data Driven</vt:lpstr>
      <vt:lpstr>Definición estratégica</vt:lpstr>
      <vt:lpstr>Liderazgo</vt:lpstr>
      <vt:lpstr>Visión y principios</vt:lpstr>
      <vt:lpstr>Esponsorización</vt:lpstr>
      <vt:lpstr>Alineamiento Estratégico</vt:lpstr>
      <vt:lpstr>Definir el modelo de explotación</vt:lpstr>
      <vt:lpstr>Definir el modelo de explotación</vt:lpstr>
      <vt:lpstr>Gobierno de los datos</vt:lpstr>
      <vt:lpstr>Modelos de Gobierno</vt:lpstr>
      <vt:lpstr>Plan de acción</vt:lpstr>
      <vt:lpstr>Resumen</vt:lpstr>
      <vt:lpstr>Ejecución de la estrategia</vt:lpstr>
      <vt:lpstr>Punto de inflexión</vt:lpstr>
      <vt:lpstr>La importancia de la metodología</vt:lpstr>
      <vt:lpstr>La importancia de la metodología</vt:lpstr>
      <vt:lpstr>La gestión del cambio</vt:lpstr>
      <vt:lpstr>La importancia del primer proyecto</vt:lpstr>
      <vt:lpstr>Medir, aprender, evolucionar</vt:lpstr>
      <vt:lpstr>Ciclos de evolución</vt:lpstr>
      <vt:lpstr>Ciclos de evolución</vt:lpstr>
      <vt:lpstr>Conclusiones</vt:lpstr>
      <vt:lpstr>Conclusiones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José Ramon Iglesias Gamarra</cp:lastModifiedBy>
  <cp:revision>1</cp:revision>
  <dcterms:created xsi:type="dcterms:W3CDTF">2026-02-10T15:49:45Z</dcterms:created>
  <dcterms:modified xsi:type="dcterms:W3CDTF">2026-02-10T15:58:34Z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2026-02-10T00:00:00Z</vt:filetime>
  </property>
  <property fmtid="{D5CDD505-2E9C-101B-9397-08002B2CF9AE}" pid="5" name="Producer">
    <vt:lpwstr>Microsoft® PowerPoint® para Microsoft 365</vt:lpwstr>
  </property>
</Properties>
</file>